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A42"/>
    <a:srgbClr val="FFC669"/>
    <a:srgbClr val="FEC468"/>
    <a:srgbClr val="85DFE3"/>
    <a:srgbClr val="41CED4"/>
    <a:srgbClr val="D0EFFC"/>
    <a:srgbClr val="ADE3F9"/>
    <a:srgbClr val="F0FAFE"/>
    <a:srgbClr val="ECFAFB"/>
    <a:srgbClr val="F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22E84A-05E8-4F3B-ACFD-881BAAFDDFFC}" v="114" dt="2025-11-14T06:33:14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5" autoAdjust="0"/>
    <p:restoredTop sz="94660"/>
  </p:normalViewPr>
  <p:slideViewPr>
    <p:cSldViewPr snapToGrid="0">
      <p:cViewPr>
        <p:scale>
          <a:sx n="75" d="100"/>
          <a:sy n="75" d="100"/>
        </p:scale>
        <p:origin x="376" y="1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예림" userId="ff3d0bb2-a3bb-49ba-8d95-f25fd2d39f88" providerId="ADAL" clId="{8C60D3FD-459C-4E6E-B52F-CEB2F886AD09}"/>
    <pc:docChg chg="undo custSel addSld delSld modSld sldOrd">
      <pc:chgData name="최예림" userId="ff3d0bb2-a3bb-49ba-8d95-f25fd2d39f88" providerId="ADAL" clId="{8C60D3FD-459C-4E6E-B52F-CEB2F886AD09}" dt="2025-11-14T10:04:22.400" v="3195" actId="20577"/>
      <pc:docMkLst>
        <pc:docMk/>
      </pc:docMkLst>
      <pc:sldChg chg="delSp modSp del mod">
        <pc:chgData name="최예림" userId="ff3d0bb2-a3bb-49ba-8d95-f25fd2d39f88" providerId="ADAL" clId="{8C60D3FD-459C-4E6E-B52F-CEB2F886AD09}" dt="2025-11-14T06:20:46.552" v="2151" actId="47"/>
        <pc:sldMkLst>
          <pc:docMk/>
          <pc:sldMk cId="955487532" sldId="256"/>
        </pc:sldMkLst>
        <pc:spChg chg="del">
          <ac:chgData name="최예림" userId="ff3d0bb2-a3bb-49ba-8d95-f25fd2d39f88" providerId="ADAL" clId="{8C60D3FD-459C-4E6E-B52F-CEB2F886AD09}" dt="2025-11-14T06:20:44.899" v="2150" actId="478"/>
          <ac:spMkLst>
            <pc:docMk/>
            <pc:sldMk cId="955487532" sldId="256"/>
            <ac:spMk id="10" creationId="{2E911C3A-6625-1135-E7E3-3B8B6C1DF776}"/>
          </ac:spMkLst>
        </pc:spChg>
        <pc:spChg chg="del">
          <ac:chgData name="최예림" userId="ff3d0bb2-a3bb-49ba-8d95-f25fd2d39f88" providerId="ADAL" clId="{8C60D3FD-459C-4E6E-B52F-CEB2F886AD09}" dt="2025-11-14T06:20:44.899" v="2150" actId="478"/>
          <ac:spMkLst>
            <pc:docMk/>
            <pc:sldMk cId="955487532" sldId="256"/>
            <ac:spMk id="11" creationId="{B28080BD-1E92-B8CC-B987-240EF178C129}"/>
          </ac:spMkLst>
        </pc:spChg>
        <pc:spChg chg="del">
          <ac:chgData name="최예림" userId="ff3d0bb2-a3bb-49ba-8d95-f25fd2d39f88" providerId="ADAL" clId="{8C60D3FD-459C-4E6E-B52F-CEB2F886AD09}" dt="2025-11-14T06:20:44.899" v="2150" actId="478"/>
          <ac:spMkLst>
            <pc:docMk/>
            <pc:sldMk cId="955487532" sldId="256"/>
            <ac:spMk id="13" creationId="{43B7CA13-323C-AFF3-FAD2-338A5EC77B3E}"/>
          </ac:spMkLst>
        </pc:spChg>
        <pc:spChg chg="del">
          <ac:chgData name="최예림" userId="ff3d0bb2-a3bb-49ba-8d95-f25fd2d39f88" providerId="ADAL" clId="{8C60D3FD-459C-4E6E-B52F-CEB2F886AD09}" dt="2025-11-14T06:20:44.899" v="2150" actId="478"/>
          <ac:spMkLst>
            <pc:docMk/>
            <pc:sldMk cId="955487532" sldId="256"/>
            <ac:spMk id="21" creationId="{F3D73013-E780-BED7-F7E9-7DC6D798EDB9}"/>
          </ac:spMkLst>
        </pc:spChg>
        <pc:spChg chg="del">
          <ac:chgData name="최예림" userId="ff3d0bb2-a3bb-49ba-8d95-f25fd2d39f88" providerId="ADAL" clId="{8C60D3FD-459C-4E6E-B52F-CEB2F886AD09}" dt="2025-11-14T06:20:44.899" v="2150" actId="478"/>
          <ac:spMkLst>
            <pc:docMk/>
            <pc:sldMk cId="955487532" sldId="256"/>
            <ac:spMk id="27" creationId="{D9E4EA7D-4109-3F48-0610-9356179A9297}"/>
          </ac:spMkLst>
        </pc:spChg>
        <pc:spChg chg="del">
          <ac:chgData name="최예림" userId="ff3d0bb2-a3bb-49ba-8d95-f25fd2d39f88" providerId="ADAL" clId="{8C60D3FD-459C-4E6E-B52F-CEB2F886AD09}" dt="2025-11-14T06:20:44.899" v="2150" actId="478"/>
          <ac:spMkLst>
            <pc:docMk/>
            <pc:sldMk cId="955487532" sldId="256"/>
            <ac:spMk id="30" creationId="{36DCCC67-D832-5D22-FCC8-8D5F14AEB659}"/>
          </ac:spMkLst>
        </pc:spChg>
        <pc:spChg chg="del">
          <ac:chgData name="최예림" userId="ff3d0bb2-a3bb-49ba-8d95-f25fd2d39f88" providerId="ADAL" clId="{8C60D3FD-459C-4E6E-B52F-CEB2F886AD09}" dt="2025-11-14T06:20:44.899" v="2150" actId="478"/>
          <ac:spMkLst>
            <pc:docMk/>
            <pc:sldMk cId="955487532" sldId="256"/>
            <ac:spMk id="37" creationId="{5FC876EA-430B-AC76-D76F-C82FFA281195}"/>
          </ac:spMkLst>
        </pc:spChg>
        <pc:spChg chg="del">
          <ac:chgData name="최예림" userId="ff3d0bb2-a3bb-49ba-8d95-f25fd2d39f88" providerId="ADAL" clId="{8C60D3FD-459C-4E6E-B52F-CEB2F886AD09}" dt="2025-11-14T06:20:44.899" v="2150" actId="478"/>
          <ac:spMkLst>
            <pc:docMk/>
            <pc:sldMk cId="955487532" sldId="256"/>
            <ac:spMk id="40" creationId="{3EFFAF3E-4316-C8DB-5FCB-DE6542FF09C0}"/>
          </ac:spMkLst>
        </pc:spChg>
        <pc:spChg chg="del">
          <ac:chgData name="최예림" userId="ff3d0bb2-a3bb-49ba-8d95-f25fd2d39f88" providerId="ADAL" clId="{8C60D3FD-459C-4E6E-B52F-CEB2F886AD09}" dt="2025-11-14T06:20:44.899" v="2150" actId="478"/>
          <ac:spMkLst>
            <pc:docMk/>
            <pc:sldMk cId="955487532" sldId="256"/>
            <ac:spMk id="43" creationId="{49B5F857-171B-9AE3-45F9-2261DED5FECD}"/>
          </ac:spMkLst>
        </pc:spChg>
        <pc:spChg chg="del">
          <ac:chgData name="최예림" userId="ff3d0bb2-a3bb-49ba-8d95-f25fd2d39f88" providerId="ADAL" clId="{8C60D3FD-459C-4E6E-B52F-CEB2F886AD09}" dt="2025-11-14T06:20:44.899" v="2150" actId="478"/>
          <ac:spMkLst>
            <pc:docMk/>
            <pc:sldMk cId="955487532" sldId="256"/>
            <ac:spMk id="58" creationId="{1DEC3BF5-F767-89F8-B021-D71827D31167}"/>
          </ac:spMkLst>
        </pc:spChg>
      </pc:sldChg>
      <pc:sldChg chg="delSp modSp del mod">
        <pc:chgData name="최예림" userId="ff3d0bb2-a3bb-49ba-8d95-f25fd2d39f88" providerId="ADAL" clId="{8C60D3FD-459C-4E6E-B52F-CEB2F886AD09}" dt="2025-11-14T06:32:18.494" v="2996" actId="47"/>
        <pc:sldMkLst>
          <pc:docMk/>
          <pc:sldMk cId="2731982548" sldId="257"/>
        </pc:sldMkLst>
        <pc:spChg chg="del">
          <ac:chgData name="최예림" userId="ff3d0bb2-a3bb-49ba-8d95-f25fd2d39f88" providerId="ADAL" clId="{8C60D3FD-459C-4E6E-B52F-CEB2F886AD09}" dt="2025-11-14T06:32:16.890" v="2995" actId="478"/>
          <ac:spMkLst>
            <pc:docMk/>
            <pc:sldMk cId="2731982548" sldId="257"/>
            <ac:spMk id="7" creationId="{FFBF4DBC-B9B2-81DD-13C8-F682A30190F8}"/>
          </ac:spMkLst>
        </pc:spChg>
        <pc:spChg chg="del">
          <ac:chgData name="최예림" userId="ff3d0bb2-a3bb-49ba-8d95-f25fd2d39f88" providerId="ADAL" clId="{8C60D3FD-459C-4E6E-B52F-CEB2F886AD09}" dt="2025-11-14T06:32:16.890" v="2995" actId="478"/>
          <ac:spMkLst>
            <pc:docMk/>
            <pc:sldMk cId="2731982548" sldId="257"/>
            <ac:spMk id="10" creationId="{EC88A282-D560-9059-31DD-32AAEF4F6AED}"/>
          </ac:spMkLst>
        </pc:spChg>
        <pc:spChg chg="del">
          <ac:chgData name="최예림" userId="ff3d0bb2-a3bb-49ba-8d95-f25fd2d39f88" providerId="ADAL" clId="{8C60D3FD-459C-4E6E-B52F-CEB2F886AD09}" dt="2025-11-14T06:32:16.890" v="2995" actId="478"/>
          <ac:spMkLst>
            <pc:docMk/>
            <pc:sldMk cId="2731982548" sldId="257"/>
            <ac:spMk id="12" creationId="{3D379A4C-D690-01E7-FE8A-F51ECF9A0F99}"/>
          </ac:spMkLst>
        </pc:spChg>
        <pc:spChg chg="del">
          <ac:chgData name="최예림" userId="ff3d0bb2-a3bb-49ba-8d95-f25fd2d39f88" providerId="ADAL" clId="{8C60D3FD-459C-4E6E-B52F-CEB2F886AD09}" dt="2025-11-14T06:32:16.890" v="2995" actId="478"/>
          <ac:spMkLst>
            <pc:docMk/>
            <pc:sldMk cId="2731982548" sldId="257"/>
            <ac:spMk id="24" creationId="{ABC34FDE-343A-C529-A342-EF4B2E2F2D65}"/>
          </ac:spMkLst>
        </pc:spChg>
        <pc:spChg chg="del">
          <ac:chgData name="최예림" userId="ff3d0bb2-a3bb-49ba-8d95-f25fd2d39f88" providerId="ADAL" clId="{8C60D3FD-459C-4E6E-B52F-CEB2F886AD09}" dt="2025-11-14T06:32:16.890" v="2995" actId="478"/>
          <ac:spMkLst>
            <pc:docMk/>
            <pc:sldMk cId="2731982548" sldId="257"/>
            <ac:spMk id="25" creationId="{C6264ECF-11B0-A6A0-F97E-A37DBAB8CA1D}"/>
          </ac:spMkLst>
        </pc:spChg>
        <pc:spChg chg="del">
          <ac:chgData name="최예림" userId="ff3d0bb2-a3bb-49ba-8d95-f25fd2d39f88" providerId="ADAL" clId="{8C60D3FD-459C-4E6E-B52F-CEB2F886AD09}" dt="2025-11-14T06:32:16.890" v="2995" actId="478"/>
          <ac:spMkLst>
            <pc:docMk/>
            <pc:sldMk cId="2731982548" sldId="257"/>
            <ac:spMk id="36" creationId="{13D9D3BC-19CC-8909-2E7B-3E006548C7A8}"/>
          </ac:spMkLst>
        </pc:spChg>
        <pc:spChg chg="del">
          <ac:chgData name="최예림" userId="ff3d0bb2-a3bb-49ba-8d95-f25fd2d39f88" providerId="ADAL" clId="{8C60D3FD-459C-4E6E-B52F-CEB2F886AD09}" dt="2025-11-14T06:32:16.890" v="2995" actId="478"/>
          <ac:spMkLst>
            <pc:docMk/>
            <pc:sldMk cId="2731982548" sldId="257"/>
            <ac:spMk id="39" creationId="{98D795B2-FE90-0600-1A76-32C7E840DF29}"/>
          </ac:spMkLst>
        </pc:spChg>
        <pc:spChg chg="del">
          <ac:chgData name="최예림" userId="ff3d0bb2-a3bb-49ba-8d95-f25fd2d39f88" providerId="ADAL" clId="{8C60D3FD-459C-4E6E-B52F-CEB2F886AD09}" dt="2025-11-14T06:32:16.890" v="2995" actId="478"/>
          <ac:spMkLst>
            <pc:docMk/>
            <pc:sldMk cId="2731982548" sldId="257"/>
            <ac:spMk id="45" creationId="{F99447CB-8362-DBD4-40A7-342FF98F5433}"/>
          </ac:spMkLst>
        </pc:spChg>
        <pc:spChg chg="del">
          <ac:chgData name="최예림" userId="ff3d0bb2-a3bb-49ba-8d95-f25fd2d39f88" providerId="ADAL" clId="{8C60D3FD-459C-4E6E-B52F-CEB2F886AD09}" dt="2025-11-14T06:32:16.890" v="2995" actId="478"/>
          <ac:spMkLst>
            <pc:docMk/>
            <pc:sldMk cId="2731982548" sldId="257"/>
            <ac:spMk id="46" creationId="{22AF293B-938F-013A-31DB-70B5EA047349}"/>
          </ac:spMkLst>
        </pc:spChg>
        <pc:spChg chg="del">
          <ac:chgData name="최예림" userId="ff3d0bb2-a3bb-49ba-8d95-f25fd2d39f88" providerId="ADAL" clId="{8C60D3FD-459C-4E6E-B52F-CEB2F886AD09}" dt="2025-11-14T06:32:16.890" v="2995" actId="478"/>
          <ac:spMkLst>
            <pc:docMk/>
            <pc:sldMk cId="2731982548" sldId="257"/>
            <ac:spMk id="49" creationId="{8ACBBC5C-8D06-163A-D229-F363A070302F}"/>
          </ac:spMkLst>
        </pc:spChg>
      </pc:sldChg>
      <pc:sldChg chg="addSp delSp modSp new mod ord">
        <pc:chgData name="최예림" userId="ff3d0bb2-a3bb-49ba-8d95-f25fd2d39f88" providerId="ADAL" clId="{8C60D3FD-459C-4E6E-B52F-CEB2F886AD09}" dt="2025-11-14T10:04:22.400" v="3195" actId="20577"/>
        <pc:sldMkLst>
          <pc:docMk/>
          <pc:sldMk cId="3054353694" sldId="258"/>
        </pc:sldMkLst>
        <pc:spChg chg="del">
          <ac:chgData name="최예림" userId="ff3d0bb2-a3bb-49ba-8d95-f25fd2d39f88" providerId="ADAL" clId="{8C60D3FD-459C-4E6E-B52F-CEB2F886AD09}" dt="2025-11-14T05:26:24.861" v="1" actId="478"/>
          <ac:spMkLst>
            <pc:docMk/>
            <pc:sldMk cId="3054353694" sldId="258"/>
            <ac:spMk id="2" creationId="{327867C3-E311-3D6A-60AE-CFCFFDCF3205}"/>
          </ac:spMkLst>
        </pc:spChg>
        <pc:spChg chg="del">
          <ac:chgData name="최예림" userId="ff3d0bb2-a3bb-49ba-8d95-f25fd2d39f88" providerId="ADAL" clId="{8C60D3FD-459C-4E6E-B52F-CEB2F886AD09}" dt="2025-11-14T05:26:24.861" v="1" actId="478"/>
          <ac:spMkLst>
            <pc:docMk/>
            <pc:sldMk cId="3054353694" sldId="258"/>
            <ac:spMk id="3" creationId="{D2DD100F-AF4D-1DBD-62E8-8D4FF96E7F2B}"/>
          </ac:spMkLst>
        </pc:spChg>
        <pc:spChg chg="add del">
          <ac:chgData name="최예림" userId="ff3d0bb2-a3bb-49ba-8d95-f25fd2d39f88" providerId="ADAL" clId="{8C60D3FD-459C-4E6E-B52F-CEB2F886AD09}" dt="2025-11-14T05:27:30.642" v="7" actId="11529"/>
          <ac:spMkLst>
            <pc:docMk/>
            <pc:sldMk cId="3054353694" sldId="258"/>
            <ac:spMk id="5" creationId="{B8976811-1F17-6BD7-7B99-DE09AE9C1527}"/>
          </ac:spMkLst>
        </pc:spChg>
        <pc:spChg chg="add mod ord">
          <ac:chgData name="최예림" userId="ff3d0bb2-a3bb-49ba-8d95-f25fd2d39f88" providerId="ADAL" clId="{8C60D3FD-459C-4E6E-B52F-CEB2F886AD09}" dt="2025-11-14T10:03:26.765" v="3127" actId="14100"/>
          <ac:spMkLst>
            <pc:docMk/>
            <pc:sldMk cId="3054353694" sldId="258"/>
            <ac:spMk id="6" creationId="{E1C5B563-57EE-CB94-7F86-6FC50DCB681B}"/>
          </ac:spMkLst>
        </pc:spChg>
        <pc:spChg chg="add del mod">
          <ac:chgData name="최예림" userId="ff3d0bb2-a3bb-49ba-8d95-f25fd2d39f88" providerId="ADAL" clId="{8C60D3FD-459C-4E6E-B52F-CEB2F886AD09}" dt="2025-11-14T05:28:53.011" v="45" actId="478"/>
          <ac:spMkLst>
            <pc:docMk/>
            <pc:sldMk cId="3054353694" sldId="258"/>
            <ac:spMk id="7" creationId="{4AD60940-E892-9357-FE5D-86C1D65A03EB}"/>
          </ac:spMkLst>
        </pc:spChg>
        <pc:spChg chg="add del mod">
          <ac:chgData name="최예림" userId="ff3d0bb2-a3bb-49ba-8d95-f25fd2d39f88" providerId="ADAL" clId="{8C60D3FD-459C-4E6E-B52F-CEB2F886AD09}" dt="2025-11-14T05:56:05.054" v="1150" actId="478"/>
          <ac:spMkLst>
            <pc:docMk/>
            <pc:sldMk cId="3054353694" sldId="258"/>
            <ac:spMk id="8" creationId="{09FA0505-A1A9-D612-0A6F-D040AD4BB549}"/>
          </ac:spMkLst>
        </pc:spChg>
        <pc:spChg chg="del">
          <ac:chgData name="최예림" userId="ff3d0bb2-a3bb-49ba-8d95-f25fd2d39f88" providerId="ADAL" clId="{8C60D3FD-459C-4E6E-B52F-CEB2F886AD09}" dt="2025-11-14T05:46:30.008" v="775" actId="478"/>
          <ac:spMkLst>
            <pc:docMk/>
            <pc:sldMk cId="3054353694" sldId="258"/>
            <ac:spMk id="10" creationId="{DF55771F-EB6F-9AEC-D407-478327A25AC5}"/>
          </ac:spMkLst>
        </pc:spChg>
        <pc:spChg chg="del">
          <ac:chgData name="최예림" userId="ff3d0bb2-a3bb-49ba-8d95-f25fd2d39f88" providerId="ADAL" clId="{8C60D3FD-459C-4E6E-B52F-CEB2F886AD09}" dt="2025-11-14T05:46:28.388" v="774" actId="478"/>
          <ac:spMkLst>
            <pc:docMk/>
            <pc:sldMk cId="3054353694" sldId="258"/>
            <ac:spMk id="11" creationId="{736CF4B6-A799-535B-C484-71385C824F4F}"/>
          </ac:spMkLst>
        </pc:spChg>
        <pc:spChg chg="del">
          <ac:chgData name="최예림" userId="ff3d0bb2-a3bb-49ba-8d95-f25fd2d39f88" providerId="ADAL" clId="{8C60D3FD-459C-4E6E-B52F-CEB2F886AD09}" dt="2025-11-14T05:46:28.388" v="774" actId="478"/>
          <ac:spMkLst>
            <pc:docMk/>
            <pc:sldMk cId="3054353694" sldId="258"/>
            <ac:spMk id="12" creationId="{DEF3F29B-FDEA-9D37-C28B-E2D4B4C0BEFD}"/>
          </ac:spMkLst>
        </pc:spChg>
        <pc:spChg chg="del">
          <ac:chgData name="최예림" userId="ff3d0bb2-a3bb-49ba-8d95-f25fd2d39f88" providerId="ADAL" clId="{8C60D3FD-459C-4E6E-B52F-CEB2F886AD09}" dt="2025-11-14T05:46:28.388" v="774" actId="478"/>
          <ac:spMkLst>
            <pc:docMk/>
            <pc:sldMk cId="3054353694" sldId="258"/>
            <ac:spMk id="13" creationId="{5F1D77C8-3362-487F-372F-0040FB1ED0D9}"/>
          </ac:spMkLst>
        </pc:spChg>
        <pc:spChg chg="add del mod">
          <ac:chgData name="최예림" userId="ff3d0bb2-a3bb-49ba-8d95-f25fd2d39f88" providerId="ADAL" clId="{8C60D3FD-459C-4E6E-B52F-CEB2F886AD09}" dt="2025-11-14T05:56:03.548" v="1148" actId="478"/>
          <ac:spMkLst>
            <pc:docMk/>
            <pc:sldMk cId="3054353694" sldId="258"/>
            <ac:spMk id="14" creationId="{5CEEA424-40CA-53BF-0312-9E6B4AEFB5AC}"/>
          </ac:spMkLst>
        </pc:spChg>
        <pc:spChg chg="del">
          <ac:chgData name="최예림" userId="ff3d0bb2-a3bb-49ba-8d95-f25fd2d39f88" providerId="ADAL" clId="{8C60D3FD-459C-4E6E-B52F-CEB2F886AD09}" dt="2025-11-14T05:56:03.548" v="1148" actId="478"/>
          <ac:spMkLst>
            <pc:docMk/>
            <pc:sldMk cId="3054353694" sldId="258"/>
            <ac:spMk id="15" creationId="{B5A856ED-437A-680A-02BF-79B2EDD43F81}"/>
          </ac:spMkLst>
        </pc:spChg>
        <pc:spChg chg="del">
          <ac:chgData name="최예림" userId="ff3d0bb2-a3bb-49ba-8d95-f25fd2d39f88" providerId="ADAL" clId="{8C60D3FD-459C-4E6E-B52F-CEB2F886AD09}" dt="2025-11-14T05:56:03.548" v="1148" actId="478"/>
          <ac:spMkLst>
            <pc:docMk/>
            <pc:sldMk cId="3054353694" sldId="258"/>
            <ac:spMk id="17" creationId="{4C2743A6-334B-0D15-4EAC-C494B2E2F06B}"/>
          </ac:spMkLst>
        </pc:spChg>
        <pc:spChg chg="add del mod">
          <ac:chgData name="최예림" userId="ff3d0bb2-a3bb-49ba-8d95-f25fd2d39f88" providerId="ADAL" clId="{8C60D3FD-459C-4E6E-B52F-CEB2F886AD09}" dt="2025-11-14T06:04:04.035" v="1508" actId="478"/>
          <ac:spMkLst>
            <pc:docMk/>
            <pc:sldMk cId="3054353694" sldId="258"/>
            <ac:spMk id="18" creationId="{34944821-8175-06C7-4061-BA7CB0BE7763}"/>
          </ac:spMkLst>
        </pc:spChg>
        <pc:spChg chg="add del mod">
          <ac:chgData name="최예림" userId="ff3d0bb2-a3bb-49ba-8d95-f25fd2d39f88" providerId="ADAL" clId="{8C60D3FD-459C-4E6E-B52F-CEB2F886AD09}" dt="2025-11-14T05:46:28.388" v="774" actId="478"/>
          <ac:spMkLst>
            <pc:docMk/>
            <pc:sldMk cId="3054353694" sldId="258"/>
            <ac:spMk id="20" creationId="{DE9A2C0E-6A01-095B-0792-4C20C6453E65}"/>
          </ac:spMkLst>
        </pc:spChg>
        <pc:spChg chg="del">
          <ac:chgData name="최예림" userId="ff3d0bb2-a3bb-49ba-8d95-f25fd2d39f88" providerId="ADAL" clId="{8C60D3FD-459C-4E6E-B52F-CEB2F886AD09}" dt="2025-11-14T05:46:28.388" v="774" actId="478"/>
          <ac:spMkLst>
            <pc:docMk/>
            <pc:sldMk cId="3054353694" sldId="258"/>
            <ac:spMk id="22" creationId="{3D06849B-B8EB-4E86-7EB9-BF29CC32476B}"/>
          </ac:spMkLst>
        </pc:spChg>
        <pc:spChg chg="del mod">
          <ac:chgData name="최예림" userId="ff3d0bb2-a3bb-49ba-8d95-f25fd2d39f88" providerId="ADAL" clId="{8C60D3FD-459C-4E6E-B52F-CEB2F886AD09}" dt="2025-11-14T05:56:06.372" v="1151" actId="478"/>
          <ac:spMkLst>
            <pc:docMk/>
            <pc:sldMk cId="3054353694" sldId="258"/>
            <ac:spMk id="26" creationId="{C56C3080-B4D7-0DEF-688C-2D30C37B0D1E}"/>
          </ac:spMkLst>
        </pc:spChg>
        <pc:spChg chg="del">
          <ac:chgData name="최예림" userId="ff3d0bb2-a3bb-49ba-8d95-f25fd2d39f88" providerId="ADAL" clId="{8C60D3FD-459C-4E6E-B52F-CEB2F886AD09}" dt="2025-11-14T05:46:28.388" v="774" actId="478"/>
          <ac:spMkLst>
            <pc:docMk/>
            <pc:sldMk cId="3054353694" sldId="258"/>
            <ac:spMk id="27" creationId="{C22D26AB-1A3A-B5BF-6945-40B9C1EBC40B}"/>
          </ac:spMkLst>
        </pc:spChg>
        <pc:spChg chg="add del mod">
          <ac:chgData name="최예림" userId="ff3d0bb2-a3bb-49ba-8d95-f25fd2d39f88" providerId="ADAL" clId="{8C60D3FD-459C-4E6E-B52F-CEB2F886AD09}" dt="2025-11-14T05:46:30.008" v="775" actId="478"/>
          <ac:spMkLst>
            <pc:docMk/>
            <pc:sldMk cId="3054353694" sldId="258"/>
            <ac:spMk id="28" creationId="{60513FF1-AB72-388D-60CD-4DD9B822BF70}"/>
          </ac:spMkLst>
        </pc:spChg>
        <pc:spChg chg="del">
          <ac:chgData name="최예림" userId="ff3d0bb2-a3bb-49ba-8d95-f25fd2d39f88" providerId="ADAL" clId="{8C60D3FD-459C-4E6E-B52F-CEB2F886AD09}" dt="2025-11-14T05:56:03.548" v="1148" actId="478"/>
          <ac:spMkLst>
            <pc:docMk/>
            <pc:sldMk cId="3054353694" sldId="258"/>
            <ac:spMk id="29" creationId="{32DB1591-7407-8BA6-2E52-BFCBF559CA67}"/>
          </ac:spMkLst>
        </pc:spChg>
        <pc:spChg chg="add del mod">
          <ac:chgData name="최예림" userId="ff3d0bb2-a3bb-49ba-8d95-f25fd2d39f88" providerId="ADAL" clId="{8C60D3FD-459C-4E6E-B52F-CEB2F886AD09}" dt="2025-11-14T05:56:03.548" v="1148" actId="478"/>
          <ac:spMkLst>
            <pc:docMk/>
            <pc:sldMk cId="3054353694" sldId="258"/>
            <ac:spMk id="31" creationId="{056D94BE-BA9D-B004-EBEC-B0E99536BF15}"/>
          </ac:spMkLst>
        </pc:spChg>
        <pc:spChg chg="del mod">
          <ac:chgData name="최예림" userId="ff3d0bb2-a3bb-49ba-8d95-f25fd2d39f88" providerId="ADAL" clId="{8C60D3FD-459C-4E6E-B52F-CEB2F886AD09}" dt="2025-11-14T06:04:04.035" v="1508" actId="478"/>
          <ac:spMkLst>
            <pc:docMk/>
            <pc:sldMk cId="3054353694" sldId="258"/>
            <ac:spMk id="32" creationId="{46D5CAAB-C80A-E8A1-8DAF-75526AC61693}"/>
          </ac:spMkLst>
        </pc:spChg>
        <pc:spChg chg="del mod">
          <ac:chgData name="최예림" userId="ff3d0bb2-a3bb-49ba-8d95-f25fd2d39f88" providerId="ADAL" clId="{8C60D3FD-459C-4E6E-B52F-CEB2F886AD09}" dt="2025-11-14T06:04:04.035" v="1508" actId="478"/>
          <ac:spMkLst>
            <pc:docMk/>
            <pc:sldMk cId="3054353694" sldId="258"/>
            <ac:spMk id="33" creationId="{357DC035-4CC6-B531-5F31-D2A5567E6EAF}"/>
          </ac:spMkLst>
        </pc:spChg>
        <pc:spChg chg="del mod">
          <ac:chgData name="최예림" userId="ff3d0bb2-a3bb-49ba-8d95-f25fd2d39f88" providerId="ADAL" clId="{8C60D3FD-459C-4E6E-B52F-CEB2F886AD09}" dt="2025-11-14T06:04:04.035" v="1508" actId="478"/>
          <ac:spMkLst>
            <pc:docMk/>
            <pc:sldMk cId="3054353694" sldId="258"/>
            <ac:spMk id="34" creationId="{19D4DC70-6599-104F-EA18-66DFBBEA79DC}"/>
          </ac:spMkLst>
        </pc:spChg>
        <pc:spChg chg="add del mod">
          <ac:chgData name="최예림" userId="ff3d0bb2-a3bb-49ba-8d95-f25fd2d39f88" providerId="ADAL" clId="{8C60D3FD-459C-4E6E-B52F-CEB2F886AD09}" dt="2025-11-14T06:04:04.035" v="1508" actId="478"/>
          <ac:spMkLst>
            <pc:docMk/>
            <pc:sldMk cId="3054353694" sldId="258"/>
            <ac:spMk id="35" creationId="{7B5E16F7-926D-F3DA-125A-7644C808E60E}"/>
          </ac:spMkLst>
        </pc:spChg>
        <pc:spChg chg="del mod">
          <ac:chgData name="최예림" userId="ff3d0bb2-a3bb-49ba-8d95-f25fd2d39f88" providerId="ADAL" clId="{8C60D3FD-459C-4E6E-B52F-CEB2F886AD09}" dt="2025-11-14T05:56:03.548" v="1148" actId="478"/>
          <ac:spMkLst>
            <pc:docMk/>
            <pc:sldMk cId="3054353694" sldId="258"/>
            <ac:spMk id="36" creationId="{D9B0729B-A860-040E-D544-33E90B75352C}"/>
          </ac:spMkLst>
        </pc:spChg>
        <pc:spChg chg="del mod">
          <ac:chgData name="최예림" userId="ff3d0bb2-a3bb-49ba-8d95-f25fd2d39f88" providerId="ADAL" clId="{8C60D3FD-459C-4E6E-B52F-CEB2F886AD09}" dt="2025-11-14T06:04:04.035" v="1508" actId="478"/>
          <ac:spMkLst>
            <pc:docMk/>
            <pc:sldMk cId="3054353694" sldId="258"/>
            <ac:spMk id="39" creationId="{5FA374BC-1690-273C-F199-973FC3FE9989}"/>
          </ac:spMkLst>
        </pc:spChg>
        <pc:spChg chg="del mod">
          <ac:chgData name="최예림" userId="ff3d0bb2-a3bb-49ba-8d95-f25fd2d39f88" providerId="ADAL" clId="{8C60D3FD-459C-4E6E-B52F-CEB2F886AD09}" dt="2025-11-14T06:04:04.035" v="1508" actId="478"/>
          <ac:spMkLst>
            <pc:docMk/>
            <pc:sldMk cId="3054353694" sldId="258"/>
            <ac:spMk id="41" creationId="{868EA1D0-320B-0788-3B92-F8B1602D8C98}"/>
          </ac:spMkLst>
        </pc:spChg>
        <pc:spChg chg="add del mod">
          <ac:chgData name="최예림" userId="ff3d0bb2-a3bb-49ba-8d95-f25fd2d39f88" providerId="ADAL" clId="{8C60D3FD-459C-4E6E-B52F-CEB2F886AD09}" dt="2025-11-14T06:04:04.035" v="1508" actId="478"/>
          <ac:spMkLst>
            <pc:docMk/>
            <pc:sldMk cId="3054353694" sldId="258"/>
            <ac:spMk id="42" creationId="{3C699242-30A3-43AF-5EB3-2A6EF02E0281}"/>
          </ac:spMkLst>
        </pc:spChg>
        <pc:spChg chg="del mod">
          <ac:chgData name="최예림" userId="ff3d0bb2-a3bb-49ba-8d95-f25fd2d39f88" providerId="ADAL" clId="{8C60D3FD-459C-4E6E-B52F-CEB2F886AD09}" dt="2025-11-14T06:04:04.035" v="1508" actId="478"/>
          <ac:spMkLst>
            <pc:docMk/>
            <pc:sldMk cId="3054353694" sldId="258"/>
            <ac:spMk id="44" creationId="{0B203A2C-F4F8-5C39-53B9-9997853BB93E}"/>
          </ac:spMkLst>
        </pc:spChg>
        <pc:spChg chg="add mod">
          <ac:chgData name="최예림" userId="ff3d0bb2-a3bb-49ba-8d95-f25fd2d39f88" providerId="ADAL" clId="{8C60D3FD-459C-4E6E-B52F-CEB2F886AD09}" dt="2025-11-14T05:46:23.420" v="773" actId="1076"/>
          <ac:spMkLst>
            <pc:docMk/>
            <pc:sldMk cId="3054353694" sldId="258"/>
            <ac:spMk id="46" creationId="{5275982F-9ECB-0A3B-1A64-D22700CBFF2F}"/>
          </ac:spMkLst>
        </pc:spChg>
        <pc:spChg chg="add del mod">
          <ac:chgData name="최예림" userId="ff3d0bb2-a3bb-49ba-8d95-f25fd2d39f88" providerId="ADAL" clId="{8C60D3FD-459C-4E6E-B52F-CEB2F886AD09}" dt="2025-11-14T06:04:04.035" v="1508" actId="478"/>
          <ac:spMkLst>
            <pc:docMk/>
            <pc:sldMk cId="3054353694" sldId="258"/>
            <ac:spMk id="49" creationId="{A6A16F42-B61D-76F5-B94C-BB12A7AD5A3B}"/>
          </ac:spMkLst>
        </pc:spChg>
        <pc:spChg chg="add mod topLvl">
          <ac:chgData name="최예림" userId="ff3d0bb2-a3bb-49ba-8d95-f25fd2d39f88" providerId="ADAL" clId="{8C60D3FD-459C-4E6E-B52F-CEB2F886AD09}" dt="2025-11-14T06:33:14.280" v="3023" actId="164"/>
          <ac:spMkLst>
            <pc:docMk/>
            <pc:sldMk cId="3054353694" sldId="258"/>
            <ac:spMk id="50" creationId="{67D900EA-C25C-758C-868A-858A2F61F988}"/>
          </ac:spMkLst>
        </pc:spChg>
        <pc:spChg chg="add mod topLvl">
          <ac:chgData name="최예림" userId="ff3d0bb2-a3bb-49ba-8d95-f25fd2d39f88" providerId="ADAL" clId="{8C60D3FD-459C-4E6E-B52F-CEB2F886AD09}" dt="2025-11-14T10:03:27.163" v="3128" actId="1076"/>
          <ac:spMkLst>
            <pc:docMk/>
            <pc:sldMk cId="3054353694" sldId="258"/>
            <ac:spMk id="51" creationId="{C0CDFD0B-D6DE-5B24-8530-1175230C814C}"/>
          </ac:spMkLst>
        </pc:spChg>
        <pc:spChg chg="add mod topLvl">
          <ac:chgData name="최예림" userId="ff3d0bb2-a3bb-49ba-8d95-f25fd2d39f88" providerId="ADAL" clId="{8C60D3FD-459C-4E6E-B52F-CEB2F886AD09}" dt="2025-11-14T06:33:14.280" v="3023" actId="164"/>
          <ac:spMkLst>
            <pc:docMk/>
            <pc:sldMk cId="3054353694" sldId="258"/>
            <ac:spMk id="52" creationId="{52B6F4F0-DF96-F17E-0ECE-B9D188F03550}"/>
          </ac:spMkLst>
        </pc:spChg>
        <pc:spChg chg="add mod topLvl">
          <ac:chgData name="최예림" userId="ff3d0bb2-a3bb-49ba-8d95-f25fd2d39f88" providerId="ADAL" clId="{8C60D3FD-459C-4E6E-B52F-CEB2F886AD09}" dt="2025-11-14T10:03:27.163" v="3128" actId="1076"/>
          <ac:spMkLst>
            <pc:docMk/>
            <pc:sldMk cId="3054353694" sldId="258"/>
            <ac:spMk id="53" creationId="{77BBFB46-DAC0-291C-ED1D-7FCBEA1AB371}"/>
          </ac:spMkLst>
        </pc:spChg>
        <pc:spChg chg="add mod topLvl">
          <ac:chgData name="최예림" userId="ff3d0bb2-a3bb-49ba-8d95-f25fd2d39f88" providerId="ADAL" clId="{8C60D3FD-459C-4E6E-B52F-CEB2F886AD09}" dt="2025-11-14T06:32:25.954" v="2997" actId="1076"/>
          <ac:spMkLst>
            <pc:docMk/>
            <pc:sldMk cId="3054353694" sldId="258"/>
            <ac:spMk id="55" creationId="{DF68EB87-9B87-D0DC-5C52-CBFCDC5147E2}"/>
          </ac:spMkLst>
        </pc:spChg>
        <pc:spChg chg="add mod topLvl">
          <ac:chgData name="최예림" userId="ff3d0bb2-a3bb-49ba-8d95-f25fd2d39f88" providerId="ADAL" clId="{8C60D3FD-459C-4E6E-B52F-CEB2F886AD09}" dt="2025-11-14T10:03:27.163" v="3128" actId="1076"/>
          <ac:spMkLst>
            <pc:docMk/>
            <pc:sldMk cId="3054353694" sldId="258"/>
            <ac:spMk id="56" creationId="{F7C55CF1-CBEF-D918-883A-6973D9C1BF81}"/>
          </ac:spMkLst>
        </pc:spChg>
        <pc:spChg chg="add mod topLvl">
          <ac:chgData name="최예림" userId="ff3d0bb2-a3bb-49ba-8d95-f25fd2d39f88" providerId="ADAL" clId="{8C60D3FD-459C-4E6E-B52F-CEB2F886AD09}" dt="2025-11-14T05:41:44.221" v="661" actId="20577"/>
          <ac:spMkLst>
            <pc:docMk/>
            <pc:sldMk cId="3054353694" sldId="258"/>
            <ac:spMk id="57" creationId="{5D219B5B-1323-D389-719C-0D5FE5855288}"/>
          </ac:spMkLst>
        </pc:spChg>
        <pc:spChg chg="add mod topLvl">
          <ac:chgData name="최예림" userId="ff3d0bb2-a3bb-49ba-8d95-f25fd2d39f88" providerId="ADAL" clId="{8C60D3FD-459C-4E6E-B52F-CEB2F886AD09}" dt="2025-11-14T10:03:27.163" v="3128" actId="1076"/>
          <ac:spMkLst>
            <pc:docMk/>
            <pc:sldMk cId="3054353694" sldId="258"/>
            <ac:spMk id="58" creationId="{C5B47876-B1CC-C598-BAE2-49606868F728}"/>
          </ac:spMkLst>
        </pc:spChg>
        <pc:spChg chg="add mod topLvl">
          <ac:chgData name="최예림" userId="ff3d0bb2-a3bb-49ba-8d95-f25fd2d39f88" providerId="ADAL" clId="{8C60D3FD-459C-4E6E-B52F-CEB2F886AD09}" dt="2025-11-14T10:03:27.163" v="3128" actId="1076"/>
          <ac:spMkLst>
            <pc:docMk/>
            <pc:sldMk cId="3054353694" sldId="258"/>
            <ac:spMk id="59" creationId="{8397C053-4DD2-24BB-6D91-6EEF53BA12E8}"/>
          </ac:spMkLst>
        </pc:spChg>
        <pc:spChg chg="add mod topLvl">
          <ac:chgData name="최예림" userId="ff3d0bb2-a3bb-49ba-8d95-f25fd2d39f88" providerId="ADAL" clId="{8C60D3FD-459C-4E6E-B52F-CEB2F886AD09}" dt="2025-11-14T10:03:27.163" v="3128" actId="1076"/>
          <ac:spMkLst>
            <pc:docMk/>
            <pc:sldMk cId="3054353694" sldId="258"/>
            <ac:spMk id="60" creationId="{25052660-A0EF-BD54-E341-4A7FE7DE213F}"/>
          </ac:spMkLst>
        </pc:spChg>
        <pc:spChg chg="add mod topLvl">
          <ac:chgData name="최예림" userId="ff3d0bb2-a3bb-49ba-8d95-f25fd2d39f88" providerId="ADAL" clId="{8C60D3FD-459C-4E6E-B52F-CEB2F886AD09}" dt="2025-11-14T06:32:25.954" v="2997" actId="1076"/>
          <ac:spMkLst>
            <pc:docMk/>
            <pc:sldMk cId="3054353694" sldId="258"/>
            <ac:spMk id="61" creationId="{944C7D14-91AE-AA93-B4D8-113AA914885C}"/>
          </ac:spMkLst>
        </pc:spChg>
        <pc:spChg chg="add mod topLvl">
          <ac:chgData name="최예림" userId="ff3d0bb2-a3bb-49ba-8d95-f25fd2d39f88" providerId="ADAL" clId="{8C60D3FD-459C-4E6E-B52F-CEB2F886AD09}" dt="2025-11-14T06:32:25.954" v="2997" actId="1076"/>
          <ac:spMkLst>
            <pc:docMk/>
            <pc:sldMk cId="3054353694" sldId="258"/>
            <ac:spMk id="62" creationId="{A15F4C4D-473D-2507-39CC-FAB275317991}"/>
          </ac:spMkLst>
        </pc:spChg>
        <pc:spChg chg="add mod topLvl">
          <ac:chgData name="최예림" userId="ff3d0bb2-a3bb-49ba-8d95-f25fd2d39f88" providerId="ADAL" clId="{8C60D3FD-459C-4E6E-B52F-CEB2F886AD09}" dt="2025-11-14T06:17:33.261" v="1916" actId="165"/>
          <ac:spMkLst>
            <pc:docMk/>
            <pc:sldMk cId="3054353694" sldId="258"/>
            <ac:spMk id="63" creationId="{81FB9175-33BF-64CF-16B2-EAAACCA67B37}"/>
          </ac:spMkLst>
        </pc:spChg>
        <pc:spChg chg="add mod topLvl">
          <ac:chgData name="최예림" userId="ff3d0bb2-a3bb-49ba-8d95-f25fd2d39f88" providerId="ADAL" clId="{8C60D3FD-459C-4E6E-B52F-CEB2F886AD09}" dt="2025-11-14T06:32:25.954" v="2997" actId="1076"/>
          <ac:spMkLst>
            <pc:docMk/>
            <pc:sldMk cId="3054353694" sldId="258"/>
            <ac:spMk id="1025" creationId="{DD1FD8A5-0BC9-9DE3-1870-D74F61F2E7F2}"/>
          </ac:spMkLst>
        </pc:spChg>
        <pc:spChg chg="add mod topLvl">
          <ac:chgData name="최예림" userId="ff3d0bb2-a3bb-49ba-8d95-f25fd2d39f88" providerId="ADAL" clId="{8C60D3FD-459C-4E6E-B52F-CEB2F886AD09}" dt="2025-11-14T10:03:27.163" v="3128" actId="1076"/>
          <ac:spMkLst>
            <pc:docMk/>
            <pc:sldMk cId="3054353694" sldId="258"/>
            <ac:spMk id="1027" creationId="{DA16BDB5-AF58-FBFF-F2B6-FB67D53C59DF}"/>
          </ac:spMkLst>
        </pc:spChg>
        <pc:spChg chg="add mod topLvl">
          <ac:chgData name="최예림" userId="ff3d0bb2-a3bb-49ba-8d95-f25fd2d39f88" providerId="ADAL" clId="{8C60D3FD-459C-4E6E-B52F-CEB2F886AD09}" dt="2025-11-14T06:19:09.440" v="1991" actId="165"/>
          <ac:spMkLst>
            <pc:docMk/>
            <pc:sldMk cId="3054353694" sldId="258"/>
            <ac:spMk id="1029" creationId="{4BC56851-23AA-3504-E3A8-381FD8F2563F}"/>
          </ac:spMkLst>
        </pc:spChg>
        <pc:spChg chg="add mod topLvl">
          <ac:chgData name="최예림" userId="ff3d0bb2-a3bb-49ba-8d95-f25fd2d39f88" providerId="ADAL" clId="{8C60D3FD-459C-4E6E-B52F-CEB2F886AD09}" dt="2025-11-14T05:41:02.565" v="649" actId="165"/>
          <ac:spMkLst>
            <pc:docMk/>
            <pc:sldMk cId="3054353694" sldId="258"/>
            <ac:spMk id="1031" creationId="{10821F7A-EE3E-7709-D5EA-B07C0F9A18B6}"/>
          </ac:spMkLst>
        </pc:spChg>
        <pc:spChg chg="add mod topLvl">
          <ac:chgData name="최예림" userId="ff3d0bb2-a3bb-49ba-8d95-f25fd2d39f88" providerId="ADAL" clId="{8C60D3FD-459C-4E6E-B52F-CEB2F886AD09}" dt="2025-11-14T10:03:27.163" v="3128" actId="1076"/>
          <ac:spMkLst>
            <pc:docMk/>
            <pc:sldMk cId="3054353694" sldId="258"/>
            <ac:spMk id="1032" creationId="{B7D0FEFC-DBAC-8CA5-F582-91A6D550591A}"/>
          </ac:spMkLst>
        </pc:spChg>
        <pc:spChg chg="add mod topLvl">
          <ac:chgData name="최예림" userId="ff3d0bb2-a3bb-49ba-8d95-f25fd2d39f88" providerId="ADAL" clId="{8C60D3FD-459C-4E6E-B52F-CEB2F886AD09}" dt="2025-11-14T05:41:02.565" v="649" actId="165"/>
          <ac:spMkLst>
            <pc:docMk/>
            <pc:sldMk cId="3054353694" sldId="258"/>
            <ac:spMk id="1033" creationId="{6F189B51-462F-4E0B-59A0-5193ABA4E579}"/>
          </ac:spMkLst>
        </pc:spChg>
        <pc:spChg chg="add del mod">
          <ac:chgData name="최예림" userId="ff3d0bb2-a3bb-49ba-8d95-f25fd2d39f88" providerId="ADAL" clId="{8C60D3FD-459C-4E6E-B52F-CEB2F886AD09}" dt="2025-11-14T05:38:51.025" v="606" actId="478"/>
          <ac:spMkLst>
            <pc:docMk/>
            <pc:sldMk cId="3054353694" sldId="258"/>
            <ac:spMk id="1034" creationId="{5BD446F2-FBF6-4BEC-074F-9D5D1A6BF03C}"/>
          </ac:spMkLst>
        </pc:spChg>
        <pc:spChg chg="add del mod">
          <ac:chgData name="최예림" userId="ff3d0bb2-a3bb-49ba-8d95-f25fd2d39f88" providerId="ADAL" clId="{8C60D3FD-459C-4E6E-B52F-CEB2F886AD09}" dt="2025-11-14T05:38:51.025" v="606" actId="478"/>
          <ac:spMkLst>
            <pc:docMk/>
            <pc:sldMk cId="3054353694" sldId="258"/>
            <ac:spMk id="1035" creationId="{AB1F1E6A-9F89-59B7-67D0-50DF21E535D9}"/>
          </ac:spMkLst>
        </pc:spChg>
        <pc:spChg chg="add mod topLvl">
          <ac:chgData name="최예림" userId="ff3d0bb2-a3bb-49ba-8d95-f25fd2d39f88" providerId="ADAL" clId="{8C60D3FD-459C-4E6E-B52F-CEB2F886AD09}" dt="2025-11-14T06:32:25.954" v="2997" actId="1076"/>
          <ac:spMkLst>
            <pc:docMk/>
            <pc:sldMk cId="3054353694" sldId="258"/>
            <ac:spMk id="1036" creationId="{36B5168F-C856-3E00-A877-4C98D80BD76C}"/>
          </ac:spMkLst>
        </pc:spChg>
        <pc:spChg chg="add mod topLvl">
          <ac:chgData name="최예림" userId="ff3d0bb2-a3bb-49ba-8d95-f25fd2d39f88" providerId="ADAL" clId="{8C60D3FD-459C-4E6E-B52F-CEB2F886AD09}" dt="2025-11-14T10:03:27.163" v="3128" actId="1076"/>
          <ac:spMkLst>
            <pc:docMk/>
            <pc:sldMk cId="3054353694" sldId="258"/>
            <ac:spMk id="1037" creationId="{235AC423-2511-D792-C1D7-56C44B175BEB}"/>
          </ac:spMkLst>
        </pc:spChg>
        <pc:spChg chg="add mod ord">
          <ac:chgData name="최예림" userId="ff3d0bb2-a3bb-49ba-8d95-f25fd2d39f88" providerId="ADAL" clId="{8C60D3FD-459C-4E6E-B52F-CEB2F886AD09}" dt="2025-11-14T06:33:14.280" v="3023" actId="164"/>
          <ac:spMkLst>
            <pc:docMk/>
            <pc:sldMk cId="3054353694" sldId="258"/>
            <ac:spMk id="1043" creationId="{F90A16D3-EF61-87F1-E5CB-C9AE68639E88}"/>
          </ac:spMkLst>
        </pc:spChg>
        <pc:spChg chg="add mod">
          <ac:chgData name="최예림" userId="ff3d0bb2-a3bb-49ba-8d95-f25fd2d39f88" providerId="ADAL" clId="{8C60D3FD-459C-4E6E-B52F-CEB2F886AD09}" dt="2025-11-14T05:42:13.073" v="670" actId="571"/>
          <ac:spMkLst>
            <pc:docMk/>
            <pc:sldMk cId="3054353694" sldId="258"/>
            <ac:spMk id="1047" creationId="{F2B72830-A39B-880C-F768-C9B8ADAC1BBE}"/>
          </ac:spMkLst>
        </pc:spChg>
        <pc:spChg chg="add mod">
          <ac:chgData name="최예림" userId="ff3d0bb2-a3bb-49ba-8d95-f25fd2d39f88" providerId="ADAL" clId="{8C60D3FD-459C-4E6E-B52F-CEB2F886AD09}" dt="2025-11-14T05:47:45.431" v="876" actId="1076"/>
          <ac:spMkLst>
            <pc:docMk/>
            <pc:sldMk cId="3054353694" sldId="258"/>
            <ac:spMk id="1048" creationId="{F2B785A2-BBF2-4656-267B-0A47D9D60E54}"/>
          </ac:spMkLst>
        </pc:spChg>
        <pc:spChg chg="add del mod">
          <ac:chgData name="최예림" userId="ff3d0bb2-a3bb-49ba-8d95-f25fd2d39f88" providerId="ADAL" clId="{8C60D3FD-459C-4E6E-B52F-CEB2F886AD09}" dt="2025-11-14T05:49:26.057" v="936" actId="478"/>
          <ac:spMkLst>
            <pc:docMk/>
            <pc:sldMk cId="3054353694" sldId="258"/>
            <ac:spMk id="1049" creationId="{DA6D6D92-872A-F7C5-6FBE-F5E3DDCCBCE2}"/>
          </ac:spMkLst>
        </pc:spChg>
        <pc:spChg chg="add mod">
          <ac:chgData name="최예림" userId="ff3d0bb2-a3bb-49ba-8d95-f25fd2d39f88" providerId="ADAL" clId="{8C60D3FD-459C-4E6E-B52F-CEB2F886AD09}" dt="2025-11-14T05:43:37.081" v="720" actId="571"/>
          <ac:spMkLst>
            <pc:docMk/>
            <pc:sldMk cId="3054353694" sldId="258"/>
            <ac:spMk id="1054" creationId="{02142C23-52C4-FE9D-CD67-C51CFBF3A1B9}"/>
          </ac:spMkLst>
        </pc:spChg>
        <pc:spChg chg="add mod">
          <ac:chgData name="최예림" userId="ff3d0bb2-a3bb-49ba-8d95-f25fd2d39f88" providerId="ADAL" clId="{8C60D3FD-459C-4E6E-B52F-CEB2F886AD09}" dt="2025-11-14T05:43:37.081" v="720" actId="571"/>
          <ac:spMkLst>
            <pc:docMk/>
            <pc:sldMk cId="3054353694" sldId="258"/>
            <ac:spMk id="1055" creationId="{7AB631E7-4728-FC1F-1361-51A8F3AF8E3B}"/>
          </ac:spMkLst>
        </pc:spChg>
        <pc:spChg chg="add mod">
          <ac:chgData name="최예림" userId="ff3d0bb2-a3bb-49ba-8d95-f25fd2d39f88" providerId="ADAL" clId="{8C60D3FD-459C-4E6E-B52F-CEB2F886AD09}" dt="2025-11-14T05:43:52.349" v="729"/>
          <ac:spMkLst>
            <pc:docMk/>
            <pc:sldMk cId="3054353694" sldId="258"/>
            <ac:spMk id="1056" creationId="{B90F9813-A64F-38EB-471C-FFFC81068F7C}"/>
          </ac:spMkLst>
        </pc:spChg>
        <pc:spChg chg="add mod topLvl">
          <ac:chgData name="최예림" userId="ff3d0bb2-a3bb-49ba-8d95-f25fd2d39f88" providerId="ADAL" clId="{8C60D3FD-459C-4E6E-B52F-CEB2F886AD09}" dt="2025-11-14T06:32:25.954" v="2997" actId="1076"/>
          <ac:spMkLst>
            <pc:docMk/>
            <pc:sldMk cId="3054353694" sldId="258"/>
            <ac:spMk id="1057" creationId="{80365BE4-3729-533E-0970-95D647D0C920}"/>
          </ac:spMkLst>
        </pc:spChg>
        <pc:spChg chg="add mod topLvl">
          <ac:chgData name="최예림" userId="ff3d0bb2-a3bb-49ba-8d95-f25fd2d39f88" providerId="ADAL" clId="{8C60D3FD-459C-4E6E-B52F-CEB2F886AD09}" dt="2025-11-14T06:17:33.261" v="1916" actId="165"/>
          <ac:spMkLst>
            <pc:docMk/>
            <pc:sldMk cId="3054353694" sldId="258"/>
            <ac:spMk id="1058" creationId="{487BEE37-0F58-A858-83C9-0752EB104094}"/>
          </ac:spMkLst>
        </pc:spChg>
        <pc:spChg chg="add mod">
          <ac:chgData name="최예림" userId="ff3d0bb2-a3bb-49ba-8d95-f25fd2d39f88" providerId="ADAL" clId="{8C60D3FD-459C-4E6E-B52F-CEB2F886AD09}" dt="2025-11-14T05:43:49.687" v="727" actId="20577"/>
          <ac:spMkLst>
            <pc:docMk/>
            <pc:sldMk cId="3054353694" sldId="258"/>
            <ac:spMk id="1059" creationId="{7A7EFCBF-3BBD-24E5-94B8-FB830AD9FEBE}"/>
          </ac:spMkLst>
        </pc:spChg>
        <pc:spChg chg="add del mod">
          <ac:chgData name="최예림" userId="ff3d0bb2-a3bb-49ba-8d95-f25fd2d39f88" providerId="ADAL" clId="{8C60D3FD-459C-4E6E-B52F-CEB2F886AD09}" dt="2025-11-14T05:49:26.057" v="936" actId="478"/>
          <ac:spMkLst>
            <pc:docMk/>
            <pc:sldMk cId="3054353694" sldId="258"/>
            <ac:spMk id="1061" creationId="{F6315725-9263-3BC8-4097-FC7CF439F5CA}"/>
          </ac:spMkLst>
        </pc:spChg>
        <pc:spChg chg="add del mod">
          <ac:chgData name="최예림" userId="ff3d0bb2-a3bb-49ba-8d95-f25fd2d39f88" providerId="ADAL" clId="{8C60D3FD-459C-4E6E-B52F-CEB2F886AD09}" dt="2025-11-14T05:49:26.057" v="936" actId="478"/>
          <ac:spMkLst>
            <pc:docMk/>
            <pc:sldMk cId="3054353694" sldId="258"/>
            <ac:spMk id="1062" creationId="{6D8B1DC1-8A1D-B77A-54A8-234E1B219AC1}"/>
          </ac:spMkLst>
        </pc:spChg>
        <pc:spChg chg="add mod">
          <ac:chgData name="최예림" userId="ff3d0bb2-a3bb-49ba-8d95-f25fd2d39f88" providerId="ADAL" clId="{8C60D3FD-459C-4E6E-B52F-CEB2F886AD09}" dt="2025-11-14T05:47:45.431" v="876" actId="1076"/>
          <ac:spMkLst>
            <pc:docMk/>
            <pc:sldMk cId="3054353694" sldId="258"/>
            <ac:spMk id="1063" creationId="{38E8C0FE-EB08-C106-B196-582D0FB5E006}"/>
          </ac:spMkLst>
        </pc:spChg>
        <pc:spChg chg="add mod">
          <ac:chgData name="최예림" userId="ff3d0bb2-a3bb-49ba-8d95-f25fd2d39f88" providerId="ADAL" clId="{8C60D3FD-459C-4E6E-B52F-CEB2F886AD09}" dt="2025-11-14T05:47:45.431" v="876" actId="1076"/>
          <ac:spMkLst>
            <pc:docMk/>
            <pc:sldMk cId="3054353694" sldId="258"/>
            <ac:spMk id="1064" creationId="{8F9CAA8A-911B-5574-D039-85E4E3B192FD}"/>
          </ac:spMkLst>
        </pc:spChg>
        <pc:spChg chg="add del mod">
          <ac:chgData name="최예림" userId="ff3d0bb2-a3bb-49ba-8d95-f25fd2d39f88" providerId="ADAL" clId="{8C60D3FD-459C-4E6E-B52F-CEB2F886AD09}" dt="2025-11-14T05:49:26.057" v="936" actId="478"/>
          <ac:spMkLst>
            <pc:docMk/>
            <pc:sldMk cId="3054353694" sldId="258"/>
            <ac:spMk id="1065" creationId="{9DD466B8-A4AF-A2EE-40CC-266EAB67DCF6}"/>
          </ac:spMkLst>
        </pc:spChg>
        <pc:spChg chg="add del mod">
          <ac:chgData name="최예림" userId="ff3d0bb2-a3bb-49ba-8d95-f25fd2d39f88" providerId="ADAL" clId="{8C60D3FD-459C-4E6E-B52F-CEB2F886AD09}" dt="2025-11-14T05:49:26.057" v="936" actId="478"/>
          <ac:spMkLst>
            <pc:docMk/>
            <pc:sldMk cId="3054353694" sldId="258"/>
            <ac:spMk id="1066" creationId="{950BF698-CE66-E373-3D23-D036F7E7C480}"/>
          </ac:spMkLst>
        </pc:spChg>
        <pc:spChg chg="add del mod">
          <ac:chgData name="최예림" userId="ff3d0bb2-a3bb-49ba-8d95-f25fd2d39f88" providerId="ADAL" clId="{8C60D3FD-459C-4E6E-B52F-CEB2F886AD09}" dt="2025-11-14T05:49:26.057" v="936" actId="478"/>
          <ac:spMkLst>
            <pc:docMk/>
            <pc:sldMk cId="3054353694" sldId="258"/>
            <ac:spMk id="1067" creationId="{DC64CF85-A107-242E-6F04-B653872B7B54}"/>
          </ac:spMkLst>
        </pc:spChg>
        <pc:spChg chg="add del mod">
          <ac:chgData name="최예림" userId="ff3d0bb2-a3bb-49ba-8d95-f25fd2d39f88" providerId="ADAL" clId="{8C60D3FD-459C-4E6E-B52F-CEB2F886AD09}" dt="2025-11-14T05:49:26.057" v="936" actId="478"/>
          <ac:spMkLst>
            <pc:docMk/>
            <pc:sldMk cId="3054353694" sldId="258"/>
            <ac:spMk id="1068" creationId="{144C7CCB-307B-5DBF-D51F-7F93F2B7534E}"/>
          </ac:spMkLst>
        </pc:spChg>
        <pc:spChg chg="add del mod">
          <ac:chgData name="최예림" userId="ff3d0bb2-a3bb-49ba-8d95-f25fd2d39f88" providerId="ADAL" clId="{8C60D3FD-459C-4E6E-B52F-CEB2F886AD09}" dt="2025-11-14T05:49:26.057" v="936" actId="478"/>
          <ac:spMkLst>
            <pc:docMk/>
            <pc:sldMk cId="3054353694" sldId="258"/>
            <ac:spMk id="1069" creationId="{1B5ED325-CF4B-2D04-E386-35225DEA8B34}"/>
          </ac:spMkLst>
        </pc:spChg>
        <pc:spChg chg="add del mod">
          <ac:chgData name="최예림" userId="ff3d0bb2-a3bb-49ba-8d95-f25fd2d39f88" providerId="ADAL" clId="{8C60D3FD-459C-4E6E-B52F-CEB2F886AD09}" dt="2025-11-14T05:49:26.057" v="936" actId="478"/>
          <ac:spMkLst>
            <pc:docMk/>
            <pc:sldMk cId="3054353694" sldId="258"/>
            <ac:spMk id="1070" creationId="{019AA161-30EC-9445-7E3A-9027FE1489C8}"/>
          </ac:spMkLst>
        </pc:spChg>
        <pc:spChg chg="add mod">
          <ac:chgData name="최예림" userId="ff3d0bb2-a3bb-49ba-8d95-f25fd2d39f88" providerId="ADAL" clId="{8C60D3FD-459C-4E6E-B52F-CEB2F886AD09}" dt="2025-11-14T05:48:07.057" v="877" actId="571"/>
          <ac:spMkLst>
            <pc:docMk/>
            <pc:sldMk cId="3054353694" sldId="258"/>
            <ac:spMk id="1071" creationId="{801B7AF5-9BB3-12F6-DD66-8215D1587A37}"/>
          </ac:spMkLst>
        </pc:spChg>
        <pc:spChg chg="add del mod">
          <ac:chgData name="최예림" userId="ff3d0bb2-a3bb-49ba-8d95-f25fd2d39f88" providerId="ADAL" clId="{8C60D3FD-459C-4E6E-B52F-CEB2F886AD09}" dt="2025-11-14T05:49:26.057" v="936" actId="478"/>
          <ac:spMkLst>
            <pc:docMk/>
            <pc:sldMk cId="3054353694" sldId="258"/>
            <ac:spMk id="1072" creationId="{FFFEE22E-0E87-D0E6-AE7E-09541CD0F448}"/>
          </ac:spMkLst>
        </pc:spChg>
        <pc:spChg chg="add del mod">
          <ac:chgData name="최예림" userId="ff3d0bb2-a3bb-49ba-8d95-f25fd2d39f88" providerId="ADAL" clId="{8C60D3FD-459C-4E6E-B52F-CEB2F886AD09}" dt="2025-11-14T05:48:48.502" v="925" actId="478"/>
          <ac:spMkLst>
            <pc:docMk/>
            <pc:sldMk cId="3054353694" sldId="258"/>
            <ac:spMk id="1073" creationId="{87BC7809-CE12-DA55-2A4B-A4261C289EA9}"/>
          </ac:spMkLst>
        </pc:spChg>
        <pc:spChg chg="add del mod">
          <ac:chgData name="최예림" userId="ff3d0bb2-a3bb-49ba-8d95-f25fd2d39f88" providerId="ADAL" clId="{8C60D3FD-459C-4E6E-B52F-CEB2F886AD09}" dt="2025-11-14T05:48:48.502" v="925" actId="478"/>
          <ac:spMkLst>
            <pc:docMk/>
            <pc:sldMk cId="3054353694" sldId="258"/>
            <ac:spMk id="1074" creationId="{8A8B36EC-5DFD-0EC3-BE3D-3C66C8CCCC94}"/>
          </ac:spMkLst>
        </pc:spChg>
        <pc:spChg chg="mod ord">
          <ac:chgData name="최예림" userId="ff3d0bb2-a3bb-49ba-8d95-f25fd2d39f88" providerId="ADAL" clId="{8C60D3FD-459C-4E6E-B52F-CEB2F886AD09}" dt="2025-11-14T10:01:44.618" v="3050" actId="1076"/>
          <ac:spMkLst>
            <pc:docMk/>
            <pc:sldMk cId="3054353694" sldId="258"/>
            <ac:spMk id="1075" creationId="{F185A393-8850-AA33-F7C7-6B60AD2BD83A}"/>
          </ac:spMkLst>
        </pc:spChg>
        <pc:spChg chg="add mod topLvl">
          <ac:chgData name="최예림" userId="ff3d0bb2-a3bb-49ba-8d95-f25fd2d39f88" providerId="ADAL" clId="{8C60D3FD-459C-4E6E-B52F-CEB2F886AD09}" dt="2025-11-14T06:33:14.280" v="3023" actId="164"/>
          <ac:spMkLst>
            <pc:docMk/>
            <pc:sldMk cId="3054353694" sldId="258"/>
            <ac:spMk id="1076" creationId="{0890DB19-45B5-161B-08E7-B36771399D71}"/>
          </ac:spMkLst>
        </pc:spChg>
        <pc:spChg chg="mod">
          <ac:chgData name="최예림" userId="ff3d0bb2-a3bb-49ba-8d95-f25fd2d39f88" providerId="ADAL" clId="{8C60D3FD-459C-4E6E-B52F-CEB2F886AD09}" dt="2025-11-14T05:49:32.623" v="950" actId="20577"/>
          <ac:spMkLst>
            <pc:docMk/>
            <pc:sldMk cId="3054353694" sldId="258"/>
            <ac:spMk id="1078" creationId="{9AFE6AEA-D6DA-3C4D-B7A7-87CE5F4A2668}"/>
          </ac:spMkLst>
        </pc:spChg>
        <pc:spChg chg="add mod">
          <ac:chgData name="최예림" userId="ff3d0bb2-a3bb-49ba-8d95-f25fd2d39f88" providerId="ADAL" clId="{8C60D3FD-459C-4E6E-B52F-CEB2F886AD09}" dt="2025-11-14T06:36:59.314" v="3025" actId="1076"/>
          <ac:spMkLst>
            <pc:docMk/>
            <pc:sldMk cId="3054353694" sldId="258"/>
            <ac:spMk id="1079" creationId="{E3C9AB04-C7A5-388E-3B16-83D036443027}"/>
          </ac:spMkLst>
        </pc:spChg>
        <pc:spChg chg="mod">
          <ac:chgData name="최예림" userId="ff3d0bb2-a3bb-49ba-8d95-f25fd2d39f88" providerId="ADAL" clId="{8C60D3FD-459C-4E6E-B52F-CEB2F886AD09}" dt="2025-11-14T06:36:59.314" v="3025" actId="1076"/>
          <ac:spMkLst>
            <pc:docMk/>
            <pc:sldMk cId="3054353694" sldId="258"/>
            <ac:spMk id="1080" creationId="{B176595C-6C0A-F153-45EE-A05B2255C103}"/>
          </ac:spMkLst>
        </pc:spChg>
        <pc:spChg chg="add mod">
          <ac:chgData name="최예림" userId="ff3d0bb2-a3bb-49ba-8d95-f25fd2d39f88" providerId="ADAL" clId="{8C60D3FD-459C-4E6E-B52F-CEB2F886AD09}" dt="2025-11-14T05:50:09.152" v="987" actId="20577"/>
          <ac:spMkLst>
            <pc:docMk/>
            <pc:sldMk cId="3054353694" sldId="258"/>
            <ac:spMk id="1081" creationId="{93ABA999-1D50-4763-39D1-F8FA5C1F2025}"/>
          </ac:spMkLst>
        </pc:spChg>
        <pc:spChg chg="mod">
          <ac:chgData name="최예림" userId="ff3d0bb2-a3bb-49ba-8d95-f25fd2d39f88" providerId="ADAL" clId="{8C60D3FD-459C-4E6E-B52F-CEB2F886AD09}" dt="2025-11-14T05:51:05.461" v="1064" actId="20577"/>
          <ac:spMkLst>
            <pc:docMk/>
            <pc:sldMk cId="3054353694" sldId="258"/>
            <ac:spMk id="1082" creationId="{F890F65C-821F-3E3A-7874-2E67F7DADC4D}"/>
          </ac:spMkLst>
        </pc:spChg>
        <pc:spChg chg="mod topLvl">
          <ac:chgData name="최예림" userId="ff3d0bb2-a3bb-49ba-8d95-f25fd2d39f88" providerId="ADAL" clId="{8C60D3FD-459C-4E6E-B52F-CEB2F886AD09}" dt="2025-11-14T06:17:33.261" v="1916" actId="165"/>
          <ac:spMkLst>
            <pc:docMk/>
            <pc:sldMk cId="3054353694" sldId="258"/>
            <ac:spMk id="1083" creationId="{EF5EC96A-B7FC-742F-14B4-AAD23A641383}"/>
          </ac:spMkLst>
        </pc:spChg>
        <pc:spChg chg="mod">
          <ac:chgData name="최예림" userId="ff3d0bb2-a3bb-49ba-8d95-f25fd2d39f88" providerId="ADAL" clId="{8C60D3FD-459C-4E6E-B52F-CEB2F886AD09}" dt="2025-11-14T05:49:24.387" v="935" actId="1076"/>
          <ac:spMkLst>
            <pc:docMk/>
            <pc:sldMk cId="3054353694" sldId="258"/>
            <ac:spMk id="1084" creationId="{E4411F76-F908-EDF3-A39C-3D75E79B85DB}"/>
          </ac:spMkLst>
        </pc:spChg>
        <pc:spChg chg="add mod ord">
          <ac:chgData name="최예림" userId="ff3d0bb2-a3bb-49ba-8d95-f25fd2d39f88" providerId="ADAL" clId="{8C60D3FD-459C-4E6E-B52F-CEB2F886AD09}" dt="2025-11-14T06:17:00.141" v="1909" actId="166"/>
          <ac:spMkLst>
            <pc:docMk/>
            <pc:sldMk cId="3054353694" sldId="258"/>
            <ac:spMk id="1085" creationId="{8C8F1654-DF28-514D-4C13-D98B249B4B2B}"/>
          </ac:spMkLst>
        </pc:spChg>
        <pc:spChg chg="mod ord">
          <ac:chgData name="최예림" userId="ff3d0bb2-a3bb-49ba-8d95-f25fd2d39f88" providerId="ADAL" clId="{8C60D3FD-459C-4E6E-B52F-CEB2F886AD09}" dt="2025-11-14T06:17:00.141" v="1909" actId="166"/>
          <ac:spMkLst>
            <pc:docMk/>
            <pc:sldMk cId="3054353694" sldId="258"/>
            <ac:spMk id="1086" creationId="{C51D9358-8278-9E31-DF17-76919BB85A2C}"/>
          </ac:spMkLst>
        </pc:spChg>
        <pc:spChg chg="add mod ord topLvl">
          <ac:chgData name="최예림" userId="ff3d0bb2-a3bb-49ba-8d95-f25fd2d39f88" providerId="ADAL" clId="{8C60D3FD-459C-4E6E-B52F-CEB2F886AD09}" dt="2025-11-14T06:32:28.189" v="2998" actId="1076"/>
          <ac:spMkLst>
            <pc:docMk/>
            <pc:sldMk cId="3054353694" sldId="258"/>
            <ac:spMk id="1087" creationId="{493B765C-8A77-63E4-D9F7-491506AFEEDD}"/>
          </ac:spMkLst>
        </pc:spChg>
        <pc:spChg chg="del mod">
          <ac:chgData name="최예림" userId="ff3d0bb2-a3bb-49ba-8d95-f25fd2d39f88" providerId="ADAL" clId="{8C60D3FD-459C-4E6E-B52F-CEB2F886AD09}" dt="2025-11-14T06:09:03.596" v="1649" actId="478"/>
          <ac:spMkLst>
            <pc:docMk/>
            <pc:sldMk cId="3054353694" sldId="258"/>
            <ac:spMk id="1088" creationId="{5CFF02F7-A2A7-17B3-DE94-76A85C7411E9}"/>
          </ac:spMkLst>
        </pc:spChg>
        <pc:spChg chg="add del mod">
          <ac:chgData name="최예림" userId="ff3d0bb2-a3bb-49ba-8d95-f25fd2d39f88" providerId="ADAL" clId="{8C60D3FD-459C-4E6E-B52F-CEB2F886AD09}" dt="2025-11-14T06:09:03.596" v="1649" actId="478"/>
          <ac:spMkLst>
            <pc:docMk/>
            <pc:sldMk cId="3054353694" sldId="258"/>
            <ac:spMk id="1089" creationId="{67F774C1-2AE0-A562-4C05-BFABC78754B1}"/>
          </ac:spMkLst>
        </pc:spChg>
        <pc:spChg chg="del mod">
          <ac:chgData name="최예림" userId="ff3d0bb2-a3bb-49ba-8d95-f25fd2d39f88" providerId="ADAL" clId="{8C60D3FD-459C-4E6E-B52F-CEB2F886AD09}" dt="2025-11-14T06:09:03.596" v="1649" actId="478"/>
          <ac:spMkLst>
            <pc:docMk/>
            <pc:sldMk cId="3054353694" sldId="258"/>
            <ac:spMk id="1090" creationId="{81254825-D41E-B299-7210-F1C3D17E927E}"/>
          </ac:spMkLst>
        </pc:spChg>
        <pc:spChg chg="del mod">
          <ac:chgData name="최예림" userId="ff3d0bb2-a3bb-49ba-8d95-f25fd2d39f88" providerId="ADAL" clId="{8C60D3FD-459C-4E6E-B52F-CEB2F886AD09}" dt="2025-11-14T06:09:03.596" v="1649" actId="478"/>
          <ac:spMkLst>
            <pc:docMk/>
            <pc:sldMk cId="3054353694" sldId="258"/>
            <ac:spMk id="1091" creationId="{C2C18749-9164-A917-1B8B-FF06C8C0EA86}"/>
          </ac:spMkLst>
        </pc:spChg>
        <pc:spChg chg="add mod">
          <ac:chgData name="최예림" userId="ff3d0bb2-a3bb-49ba-8d95-f25fd2d39f88" providerId="ADAL" clId="{8C60D3FD-459C-4E6E-B52F-CEB2F886AD09}" dt="2025-11-14T05:55:35.595" v="1142" actId="1076"/>
          <ac:spMkLst>
            <pc:docMk/>
            <pc:sldMk cId="3054353694" sldId="258"/>
            <ac:spMk id="1092" creationId="{FDEB1E1B-624F-8BD2-A5DC-EB1A4894BA13}"/>
          </ac:spMkLst>
        </pc:spChg>
        <pc:spChg chg="mod">
          <ac:chgData name="최예림" userId="ff3d0bb2-a3bb-49ba-8d95-f25fd2d39f88" providerId="ADAL" clId="{8C60D3FD-459C-4E6E-B52F-CEB2F886AD09}" dt="2025-11-14T05:57:27.995" v="1277" actId="20577"/>
          <ac:spMkLst>
            <pc:docMk/>
            <pc:sldMk cId="3054353694" sldId="258"/>
            <ac:spMk id="1093" creationId="{3429C40A-62B1-D392-784B-47B3BC68EEEE}"/>
          </ac:spMkLst>
        </pc:spChg>
        <pc:spChg chg="mod">
          <ac:chgData name="최예림" userId="ff3d0bb2-a3bb-49ba-8d95-f25fd2d39f88" providerId="ADAL" clId="{8C60D3FD-459C-4E6E-B52F-CEB2F886AD09}" dt="2025-11-14T05:57:09.647" v="1249" actId="20577"/>
          <ac:spMkLst>
            <pc:docMk/>
            <pc:sldMk cId="3054353694" sldId="258"/>
            <ac:spMk id="1094" creationId="{665B1B19-7C06-4328-F652-FF1E519AE3B3}"/>
          </ac:spMkLst>
        </pc:spChg>
        <pc:spChg chg="add mod">
          <ac:chgData name="최예림" userId="ff3d0bb2-a3bb-49ba-8d95-f25fd2d39f88" providerId="ADAL" clId="{8C60D3FD-459C-4E6E-B52F-CEB2F886AD09}" dt="2025-11-14T06:03:55.680" v="1507" actId="14100"/>
          <ac:spMkLst>
            <pc:docMk/>
            <pc:sldMk cId="3054353694" sldId="258"/>
            <ac:spMk id="1095" creationId="{28019FED-05DC-9BE0-E744-124A9D8D92F4}"/>
          </ac:spMkLst>
        </pc:spChg>
        <pc:spChg chg="add mod topLvl">
          <ac:chgData name="최예림" userId="ff3d0bb2-a3bb-49ba-8d95-f25fd2d39f88" providerId="ADAL" clId="{8C60D3FD-459C-4E6E-B52F-CEB2F886AD09}" dt="2025-11-14T06:36:59.314" v="3025" actId="1076"/>
          <ac:spMkLst>
            <pc:docMk/>
            <pc:sldMk cId="3054353694" sldId="258"/>
            <ac:spMk id="1096" creationId="{E2106527-15DE-A361-0ED0-AD48AD75F54F}"/>
          </ac:spMkLst>
        </pc:spChg>
        <pc:spChg chg="mod">
          <ac:chgData name="최예림" userId="ff3d0bb2-a3bb-49ba-8d95-f25fd2d39f88" providerId="ADAL" clId="{8C60D3FD-459C-4E6E-B52F-CEB2F886AD09}" dt="2025-11-14T05:49:56.600" v="967" actId="207"/>
          <ac:spMkLst>
            <pc:docMk/>
            <pc:sldMk cId="3054353694" sldId="258"/>
            <ac:spMk id="1100" creationId="{FFBC2B69-3B84-16B8-3ACF-56BEFF61470D}"/>
          </ac:spMkLst>
        </pc:spChg>
        <pc:spChg chg="mod">
          <ac:chgData name="최예림" userId="ff3d0bb2-a3bb-49ba-8d95-f25fd2d39f88" providerId="ADAL" clId="{8C60D3FD-459C-4E6E-B52F-CEB2F886AD09}" dt="2025-11-14T06:36:59.314" v="3025" actId="1076"/>
          <ac:spMkLst>
            <pc:docMk/>
            <pc:sldMk cId="3054353694" sldId="258"/>
            <ac:spMk id="1101" creationId="{FBD7FEEC-8F73-C83F-5219-BF0048EAFAD4}"/>
          </ac:spMkLst>
        </pc:spChg>
        <pc:spChg chg="add del mod">
          <ac:chgData name="최예림" userId="ff3d0bb2-a3bb-49ba-8d95-f25fd2d39f88" providerId="ADAL" clId="{8C60D3FD-459C-4E6E-B52F-CEB2F886AD09}" dt="2025-11-14T06:09:03.596" v="1649" actId="478"/>
          <ac:spMkLst>
            <pc:docMk/>
            <pc:sldMk cId="3054353694" sldId="258"/>
            <ac:spMk id="1102" creationId="{830E1C78-6AA5-37C8-865D-885711A07492}"/>
          </ac:spMkLst>
        </pc:spChg>
        <pc:spChg chg="del mod">
          <ac:chgData name="최예림" userId="ff3d0bb2-a3bb-49ba-8d95-f25fd2d39f88" providerId="ADAL" clId="{8C60D3FD-459C-4E6E-B52F-CEB2F886AD09}" dt="2025-11-14T06:09:03.596" v="1649" actId="478"/>
          <ac:spMkLst>
            <pc:docMk/>
            <pc:sldMk cId="3054353694" sldId="258"/>
            <ac:spMk id="1103" creationId="{6F670FCC-922C-624E-AD7C-67597FE01921}"/>
          </ac:spMkLst>
        </pc:spChg>
        <pc:spChg chg="add mod">
          <ac:chgData name="최예림" userId="ff3d0bb2-a3bb-49ba-8d95-f25fd2d39f88" providerId="ADAL" clId="{8C60D3FD-459C-4E6E-B52F-CEB2F886AD09}" dt="2025-11-14T05:49:45.289" v="965" actId="571"/>
          <ac:spMkLst>
            <pc:docMk/>
            <pc:sldMk cId="3054353694" sldId="258"/>
            <ac:spMk id="1104" creationId="{16D19246-A729-72A9-7AD9-90546026A0A0}"/>
          </ac:spMkLst>
        </pc:spChg>
        <pc:spChg chg="add mod">
          <ac:chgData name="최예림" userId="ff3d0bb2-a3bb-49ba-8d95-f25fd2d39f88" providerId="ADAL" clId="{8C60D3FD-459C-4E6E-B52F-CEB2F886AD09}" dt="2025-11-14T05:49:45.289" v="965" actId="571"/>
          <ac:spMkLst>
            <pc:docMk/>
            <pc:sldMk cId="3054353694" sldId="258"/>
            <ac:spMk id="1105" creationId="{0B5C1F6A-6D95-D6A1-AB99-F2B8C931AB65}"/>
          </ac:spMkLst>
        </pc:spChg>
        <pc:spChg chg="add mod">
          <ac:chgData name="최예림" userId="ff3d0bb2-a3bb-49ba-8d95-f25fd2d39f88" providerId="ADAL" clId="{8C60D3FD-459C-4E6E-B52F-CEB2F886AD09}" dt="2025-11-14T05:51:17.752" v="1068" actId="571"/>
          <ac:spMkLst>
            <pc:docMk/>
            <pc:sldMk cId="3054353694" sldId="258"/>
            <ac:spMk id="1107" creationId="{C9811AF3-3FE5-F431-CB92-82566EE58683}"/>
          </ac:spMkLst>
        </pc:spChg>
        <pc:spChg chg="add mod ord topLvl">
          <ac:chgData name="최예림" userId="ff3d0bb2-a3bb-49ba-8d95-f25fd2d39f88" providerId="ADAL" clId="{8C60D3FD-459C-4E6E-B52F-CEB2F886AD09}" dt="2025-11-14T06:17:33.261" v="1916" actId="165"/>
          <ac:spMkLst>
            <pc:docMk/>
            <pc:sldMk cId="3054353694" sldId="258"/>
            <ac:spMk id="1108" creationId="{5415E368-ECFA-8708-1199-740072318B58}"/>
          </ac:spMkLst>
        </pc:spChg>
        <pc:spChg chg="add mod ord topLvl">
          <ac:chgData name="최예림" userId="ff3d0bb2-a3bb-49ba-8d95-f25fd2d39f88" providerId="ADAL" clId="{8C60D3FD-459C-4E6E-B52F-CEB2F886AD09}" dt="2025-11-14T06:32:28.189" v="2998" actId="1076"/>
          <ac:spMkLst>
            <pc:docMk/>
            <pc:sldMk cId="3054353694" sldId="258"/>
            <ac:spMk id="1109" creationId="{B6A3DEF8-1140-A6B9-3C5A-23E957F21CE0}"/>
          </ac:spMkLst>
        </pc:spChg>
        <pc:spChg chg="add mod topLvl">
          <ac:chgData name="최예림" userId="ff3d0bb2-a3bb-49ba-8d95-f25fd2d39f88" providerId="ADAL" clId="{8C60D3FD-459C-4E6E-B52F-CEB2F886AD09}" dt="2025-11-14T06:32:28.189" v="2998" actId="1076"/>
          <ac:spMkLst>
            <pc:docMk/>
            <pc:sldMk cId="3054353694" sldId="258"/>
            <ac:spMk id="1115" creationId="{48A00C62-A004-BEEB-5AA9-75B61F5C26DF}"/>
          </ac:spMkLst>
        </pc:spChg>
        <pc:spChg chg="add mod">
          <ac:chgData name="최예림" userId="ff3d0bb2-a3bb-49ba-8d95-f25fd2d39f88" providerId="ADAL" clId="{8C60D3FD-459C-4E6E-B52F-CEB2F886AD09}" dt="2025-11-14T05:56:49.043" v="1184" actId="20577"/>
          <ac:spMkLst>
            <pc:docMk/>
            <pc:sldMk cId="3054353694" sldId="258"/>
            <ac:spMk id="1116" creationId="{AE940B3A-5732-C528-A1E0-A54C322B3A02}"/>
          </ac:spMkLst>
        </pc:spChg>
        <pc:spChg chg="add mod">
          <ac:chgData name="최예림" userId="ff3d0bb2-a3bb-49ba-8d95-f25fd2d39f88" providerId="ADAL" clId="{8C60D3FD-459C-4E6E-B52F-CEB2F886AD09}" dt="2025-11-14T05:57:15.521" v="1275" actId="20577"/>
          <ac:spMkLst>
            <pc:docMk/>
            <pc:sldMk cId="3054353694" sldId="258"/>
            <ac:spMk id="1117" creationId="{FB63A6AA-7DAE-957D-3252-FF8E95847F4C}"/>
          </ac:spMkLst>
        </pc:spChg>
        <pc:spChg chg="add del mod">
          <ac:chgData name="최예림" userId="ff3d0bb2-a3bb-49ba-8d95-f25fd2d39f88" providerId="ADAL" clId="{8C60D3FD-459C-4E6E-B52F-CEB2F886AD09}" dt="2025-11-14T05:53:38.217" v="1111" actId="478"/>
          <ac:spMkLst>
            <pc:docMk/>
            <pc:sldMk cId="3054353694" sldId="258"/>
            <ac:spMk id="1118" creationId="{03215E8B-EEA3-F733-AB71-BE15C440BAA5}"/>
          </ac:spMkLst>
        </pc:spChg>
        <pc:spChg chg="add del mod">
          <ac:chgData name="최예림" userId="ff3d0bb2-a3bb-49ba-8d95-f25fd2d39f88" providerId="ADAL" clId="{8C60D3FD-459C-4E6E-B52F-CEB2F886AD09}" dt="2025-11-14T05:53:38.217" v="1111" actId="478"/>
          <ac:spMkLst>
            <pc:docMk/>
            <pc:sldMk cId="3054353694" sldId="258"/>
            <ac:spMk id="1119" creationId="{9DC32C70-940E-C204-A2A6-3053D89F1E98}"/>
          </ac:spMkLst>
        </pc:spChg>
        <pc:spChg chg="add del mod">
          <ac:chgData name="최예림" userId="ff3d0bb2-a3bb-49ba-8d95-f25fd2d39f88" providerId="ADAL" clId="{8C60D3FD-459C-4E6E-B52F-CEB2F886AD09}" dt="2025-11-14T06:05:22.231" v="1622" actId="478"/>
          <ac:spMkLst>
            <pc:docMk/>
            <pc:sldMk cId="3054353694" sldId="258"/>
            <ac:spMk id="1120" creationId="{498607BD-0EBD-A97F-E1C1-0847D8CCA3EB}"/>
          </ac:spMkLst>
        </pc:spChg>
        <pc:spChg chg="add del mod">
          <ac:chgData name="최예림" userId="ff3d0bb2-a3bb-49ba-8d95-f25fd2d39f88" providerId="ADAL" clId="{8C60D3FD-459C-4E6E-B52F-CEB2F886AD09}" dt="2025-11-14T06:05:22.231" v="1622" actId="478"/>
          <ac:spMkLst>
            <pc:docMk/>
            <pc:sldMk cId="3054353694" sldId="258"/>
            <ac:spMk id="1121" creationId="{64E39E50-F136-84AA-C666-AB66456A566D}"/>
          </ac:spMkLst>
        </pc:spChg>
        <pc:spChg chg="add mod ord">
          <ac:chgData name="최예림" userId="ff3d0bb2-a3bb-49ba-8d95-f25fd2d39f88" providerId="ADAL" clId="{8C60D3FD-459C-4E6E-B52F-CEB2F886AD09}" dt="2025-11-14T07:15:08.043" v="3027" actId="207"/>
          <ac:spMkLst>
            <pc:docMk/>
            <pc:sldMk cId="3054353694" sldId="258"/>
            <ac:spMk id="1124" creationId="{BC74C482-AC5F-F986-2AC0-088EBA847CCA}"/>
          </ac:spMkLst>
        </pc:spChg>
        <pc:spChg chg="add mod">
          <ac:chgData name="최예림" userId="ff3d0bb2-a3bb-49ba-8d95-f25fd2d39f88" providerId="ADAL" clId="{8C60D3FD-459C-4E6E-B52F-CEB2F886AD09}" dt="2025-11-14T07:15:20.110" v="3028" actId="207"/>
          <ac:spMkLst>
            <pc:docMk/>
            <pc:sldMk cId="3054353694" sldId="258"/>
            <ac:spMk id="1125" creationId="{024BE990-F1ED-285D-0A0E-7205CD322637}"/>
          </ac:spMkLst>
        </pc:spChg>
        <pc:spChg chg="add mod">
          <ac:chgData name="최예림" userId="ff3d0bb2-a3bb-49ba-8d95-f25fd2d39f88" providerId="ADAL" clId="{8C60D3FD-459C-4E6E-B52F-CEB2F886AD09}" dt="2025-11-14T05:57:32.687" v="1282" actId="20577"/>
          <ac:spMkLst>
            <pc:docMk/>
            <pc:sldMk cId="3054353694" sldId="258"/>
            <ac:spMk id="1127" creationId="{B2CDE80B-E6D0-B342-FA0A-927D639C4F83}"/>
          </ac:spMkLst>
        </pc:spChg>
        <pc:spChg chg="add del mod">
          <ac:chgData name="최예림" userId="ff3d0bb2-a3bb-49ba-8d95-f25fd2d39f88" providerId="ADAL" clId="{8C60D3FD-459C-4E6E-B52F-CEB2F886AD09}" dt="2025-11-14T05:58:28.827" v="1308" actId="478"/>
          <ac:spMkLst>
            <pc:docMk/>
            <pc:sldMk cId="3054353694" sldId="258"/>
            <ac:spMk id="1130" creationId="{0E88BF4C-8942-407A-0094-EA36D9360183}"/>
          </ac:spMkLst>
        </pc:spChg>
        <pc:spChg chg="add del mod">
          <ac:chgData name="최예림" userId="ff3d0bb2-a3bb-49ba-8d95-f25fd2d39f88" providerId="ADAL" clId="{8C60D3FD-459C-4E6E-B52F-CEB2F886AD09}" dt="2025-11-14T05:58:30.022" v="1309" actId="478"/>
          <ac:spMkLst>
            <pc:docMk/>
            <pc:sldMk cId="3054353694" sldId="258"/>
            <ac:spMk id="1131" creationId="{87977238-43DF-836A-7F54-FF48A0E5DEB9}"/>
          </ac:spMkLst>
        </pc:spChg>
        <pc:spChg chg="add mod">
          <ac:chgData name="최예림" userId="ff3d0bb2-a3bb-49ba-8d95-f25fd2d39f88" providerId="ADAL" clId="{8C60D3FD-459C-4E6E-B52F-CEB2F886AD09}" dt="2025-11-14T06:03:55.680" v="1507" actId="14100"/>
          <ac:spMkLst>
            <pc:docMk/>
            <pc:sldMk cId="3054353694" sldId="258"/>
            <ac:spMk id="1132" creationId="{EE266F22-FB9D-F32A-0F14-5B658E17FDE0}"/>
          </ac:spMkLst>
        </pc:spChg>
        <pc:spChg chg="add mod">
          <ac:chgData name="최예림" userId="ff3d0bb2-a3bb-49ba-8d95-f25fd2d39f88" providerId="ADAL" clId="{8C60D3FD-459C-4E6E-B52F-CEB2F886AD09}" dt="2025-11-14T06:03:55.370" v="1506" actId="1076"/>
          <ac:spMkLst>
            <pc:docMk/>
            <pc:sldMk cId="3054353694" sldId="258"/>
            <ac:spMk id="1133" creationId="{CB1327E9-F4BE-0C07-C290-C7CD8A44B3A4}"/>
          </ac:spMkLst>
        </pc:spChg>
        <pc:spChg chg="add del mod">
          <ac:chgData name="최예림" userId="ff3d0bb2-a3bb-49ba-8d95-f25fd2d39f88" providerId="ADAL" clId="{8C60D3FD-459C-4E6E-B52F-CEB2F886AD09}" dt="2025-11-14T05:59:14.177" v="1320" actId="478"/>
          <ac:spMkLst>
            <pc:docMk/>
            <pc:sldMk cId="3054353694" sldId="258"/>
            <ac:spMk id="1134" creationId="{60852C77-B10B-AFF2-B24C-36B1AD6E6642}"/>
          </ac:spMkLst>
        </pc:spChg>
        <pc:spChg chg="add del mod">
          <ac:chgData name="최예림" userId="ff3d0bb2-a3bb-49ba-8d95-f25fd2d39f88" providerId="ADAL" clId="{8C60D3FD-459C-4E6E-B52F-CEB2F886AD09}" dt="2025-11-14T05:59:14.177" v="1320" actId="478"/>
          <ac:spMkLst>
            <pc:docMk/>
            <pc:sldMk cId="3054353694" sldId="258"/>
            <ac:spMk id="1135" creationId="{EA175D6B-AAEB-41D7-82B5-6B89F809E2AA}"/>
          </ac:spMkLst>
        </pc:spChg>
        <pc:spChg chg="add mod topLvl">
          <ac:chgData name="최예림" userId="ff3d0bb2-a3bb-49ba-8d95-f25fd2d39f88" providerId="ADAL" clId="{8C60D3FD-459C-4E6E-B52F-CEB2F886AD09}" dt="2025-11-14T10:04:01.481" v="3149" actId="208"/>
          <ac:spMkLst>
            <pc:docMk/>
            <pc:sldMk cId="3054353694" sldId="258"/>
            <ac:spMk id="1136" creationId="{A3BE9437-A41E-3FCF-0502-F3480F474413}"/>
          </ac:spMkLst>
        </pc:spChg>
        <pc:spChg chg="add mod topLvl">
          <ac:chgData name="최예림" userId="ff3d0bb2-a3bb-49ba-8d95-f25fd2d39f88" providerId="ADAL" clId="{8C60D3FD-459C-4E6E-B52F-CEB2F886AD09}" dt="2025-11-14T10:03:53.849" v="3146" actId="108"/>
          <ac:spMkLst>
            <pc:docMk/>
            <pc:sldMk cId="3054353694" sldId="258"/>
            <ac:spMk id="1137" creationId="{6F17829A-12FA-35E3-2155-20AE7DA2BBFE}"/>
          </ac:spMkLst>
        </pc:spChg>
        <pc:spChg chg="add mod">
          <ac:chgData name="최예림" userId="ff3d0bb2-a3bb-49ba-8d95-f25fd2d39f88" providerId="ADAL" clId="{8C60D3FD-459C-4E6E-B52F-CEB2F886AD09}" dt="2025-11-14T06:02:15.489" v="1461" actId="20577"/>
          <ac:spMkLst>
            <pc:docMk/>
            <pc:sldMk cId="3054353694" sldId="258"/>
            <ac:spMk id="1138" creationId="{DA4F7014-8C0B-69A4-C8B5-660C3DF2C3AC}"/>
          </ac:spMkLst>
        </pc:spChg>
        <pc:spChg chg="add mod topLvl">
          <ac:chgData name="최예림" userId="ff3d0bb2-a3bb-49ba-8d95-f25fd2d39f88" providerId="ADAL" clId="{8C60D3FD-459C-4E6E-B52F-CEB2F886AD09}" dt="2025-11-14T06:32:28.189" v="2998" actId="1076"/>
          <ac:spMkLst>
            <pc:docMk/>
            <pc:sldMk cId="3054353694" sldId="258"/>
            <ac:spMk id="1139" creationId="{AE968027-5DA8-C915-2D3C-054440F73654}"/>
          </ac:spMkLst>
        </pc:spChg>
        <pc:spChg chg="add mod">
          <ac:chgData name="최예림" userId="ff3d0bb2-a3bb-49ba-8d95-f25fd2d39f88" providerId="ADAL" clId="{8C60D3FD-459C-4E6E-B52F-CEB2F886AD09}" dt="2025-11-14T10:04:16.931" v="3181" actId="20577"/>
          <ac:spMkLst>
            <pc:docMk/>
            <pc:sldMk cId="3054353694" sldId="258"/>
            <ac:spMk id="1140" creationId="{D8989550-B569-41FF-D122-2E5EC216792B}"/>
          </ac:spMkLst>
        </pc:spChg>
        <pc:spChg chg="add mod">
          <ac:chgData name="최예림" userId="ff3d0bb2-a3bb-49ba-8d95-f25fd2d39f88" providerId="ADAL" clId="{8C60D3FD-459C-4E6E-B52F-CEB2F886AD09}" dt="2025-11-14T10:04:09.067" v="3157" actId="14100"/>
          <ac:spMkLst>
            <pc:docMk/>
            <pc:sldMk cId="3054353694" sldId="258"/>
            <ac:spMk id="1148" creationId="{ACD380DC-D96F-4526-D96E-06AD1BDBA45F}"/>
          </ac:spMkLst>
        </pc:spChg>
        <pc:spChg chg="add del mod">
          <ac:chgData name="최예림" userId="ff3d0bb2-a3bb-49ba-8d95-f25fd2d39f88" providerId="ADAL" clId="{8C60D3FD-459C-4E6E-B52F-CEB2F886AD09}" dt="2025-11-14T06:04:27.858" v="1526" actId="478"/>
          <ac:spMkLst>
            <pc:docMk/>
            <pc:sldMk cId="3054353694" sldId="258"/>
            <ac:spMk id="1149" creationId="{59DA3994-F326-DFA4-E9AF-2E6BFBF54A3F}"/>
          </ac:spMkLst>
        </pc:spChg>
        <pc:spChg chg="add del mod">
          <ac:chgData name="최예림" userId="ff3d0bb2-a3bb-49ba-8d95-f25fd2d39f88" providerId="ADAL" clId="{8C60D3FD-459C-4E6E-B52F-CEB2F886AD09}" dt="2025-11-14T06:04:25.161" v="1525" actId="478"/>
          <ac:spMkLst>
            <pc:docMk/>
            <pc:sldMk cId="3054353694" sldId="258"/>
            <ac:spMk id="1150" creationId="{7772FC53-BA64-5C3F-3151-3764933A5894}"/>
          </ac:spMkLst>
        </pc:spChg>
        <pc:spChg chg="add mod">
          <ac:chgData name="최예림" userId="ff3d0bb2-a3bb-49ba-8d95-f25fd2d39f88" providerId="ADAL" clId="{8C60D3FD-459C-4E6E-B52F-CEB2F886AD09}" dt="2025-11-14T06:04:35.484" v="1535" actId="20577"/>
          <ac:spMkLst>
            <pc:docMk/>
            <pc:sldMk cId="3054353694" sldId="258"/>
            <ac:spMk id="1151" creationId="{210AD82C-AC2F-69CA-C1A6-99613F2852B1}"/>
          </ac:spMkLst>
        </pc:spChg>
        <pc:spChg chg="add mod">
          <ac:chgData name="최예림" userId="ff3d0bb2-a3bb-49ba-8d95-f25fd2d39f88" providerId="ADAL" clId="{8C60D3FD-459C-4E6E-B52F-CEB2F886AD09}" dt="2025-11-14T06:04:39.164" v="1550" actId="20577"/>
          <ac:spMkLst>
            <pc:docMk/>
            <pc:sldMk cId="3054353694" sldId="258"/>
            <ac:spMk id="1152" creationId="{2525C5AE-F54F-769C-EAE8-CD1859884395}"/>
          </ac:spMkLst>
        </pc:spChg>
        <pc:spChg chg="add mod">
          <ac:chgData name="최예림" userId="ff3d0bb2-a3bb-49ba-8d95-f25fd2d39f88" providerId="ADAL" clId="{8C60D3FD-459C-4E6E-B52F-CEB2F886AD09}" dt="2025-11-14T10:04:07.167" v="3156" actId="14100"/>
          <ac:spMkLst>
            <pc:docMk/>
            <pc:sldMk cId="3054353694" sldId="258"/>
            <ac:spMk id="1153" creationId="{7581889F-E090-62AE-89C7-BB16F0883B39}"/>
          </ac:spMkLst>
        </pc:spChg>
        <pc:spChg chg="add mod topLvl">
          <ac:chgData name="최예림" userId="ff3d0bb2-a3bb-49ba-8d95-f25fd2d39f88" providerId="ADAL" clId="{8C60D3FD-459C-4E6E-B52F-CEB2F886AD09}" dt="2025-11-14T10:04:04.781" v="3155"/>
          <ac:spMkLst>
            <pc:docMk/>
            <pc:sldMk cId="3054353694" sldId="258"/>
            <ac:spMk id="1154" creationId="{A5075F41-B743-5B61-E218-16A27C376FAE}"/>
          </ac:spMkLst>
        </pc:spChg>
        <pc:spChg chg="add mod topLvl">
          <ac:chgData name="최예림" userId="ff3d0bb2-a3bb-49ba-8d95-f25fd2d39f88" providerId="ADAL" clId="{8C60D3FD-459C-4E6E-B52F-CEB2F886AD09}" dt="2025-11-14T10:04:22.400" v="3195" actId="20577"/>
          <ac:spMkLst>
            <pc:docMk/>
            <pc:sldMk cId="3054353694" sldId="258"/>
            <ac:spMk id="1155" creationId="{4B6479DF-63AA-A2BC-0EFD-060E0A29BDD1}"/>
          </ac:spMkLst>
        </pc:spChg>
        <pc:spChg chg="add mod topLvl">
          <ac:chgData name="최예림" userId="ff3d0bb2-a3bb-49ba-8d95-f25fd2d39f88" providerId="ADAL" clId="{8C60D3FD-459C-4E6E-B52F-CEB2F886AD09}" dt="2025-11-14T06:17:33.261" v="1916" actId="165"/>
          <ac:spMkLst>
            <pc:docMk/>
            <pc:sldMk cId="3054353694" sldId="258"/>
            <ac:spMk id="1157" creationId="{2EA92A5B-7FDF-0009-C898-3022A3CE92B8}"/>
          </ac:spMkLst>
        </pc:spChg>
        <pc:spChg chg="add mod topLvl">
          <ac:chgData name="최예림" userId="ff3d0bb2-a3bb-49ba-8d95-f25fd2d39f88" providerId="ADAL" clId="{8C60D3FD-459C-4E6E-B52F-CEB2F886AD09}" dt="2025-11-14T06:32:28.189" v="2998" actId="1076"/>
          <ac:spMkLst>
            <pc:docMk/>
            <pc:sldMk cId="3054353694" sldId="258"/>
            <ac:spMk id="1161" creationId="{A5C9246C-7420-C6B6-7ED6-8C21035BCA3A}"/>
          </ac:spMkLst>
        </pc:spChg>
        <pc:spChg chg="add del mod">
          <ac:chgData name="최예림" userId="ff3d0bb2-a3bb-49ba-8d95-f25fd2d39f88" providerId="ADAL" clId="{8C60D3FD-459C-4E6E-B52F-CEB2F886AD09}" dt="2025-11-14T06:14:54.145" v="1855" actId="478"/>
          <ac:spMkLst>
            <pc:docMk/>
            <pc:sldMk cId="3054353694" sldId="258"/>
            <ac:spMk id="1163" creationId="{25992738-F4D3-72DB-C478-2C2216ED49CE}"/>
          </ac:spMkLst>
        </pc:spChg>
        <pc:spChg chg="add del mod ord">
          <ac:chgData name="최예림" userId="ff3d0bb2-a3bb-49ba-8d95-f25fd2d39f88" providerId="ADAL" clId="{8C60D3FD-459C-4E6E-B52F-CEB2F886AD09}" dt="2025-11-14T06:18:08.439" v="1924" actId="478"/>
          <ac:spMkLst>
            <pc:docMk/>
            <pc:sldMk cId="3054353694" sldId="258"/>
            <ac:spMk id="1169" creationId="{FDDCCC28-A1D1-D77F-8687-9F534DF88473}"/>
          </ac:spMkLst>
        </pc:spChg>
        <pc:spChg chg="add mod">
          <ac:chgData name="최예림" userId="ff3d0bb2-a3bb-49ba-8d95-f25fd2d39f88" providerId="ADAL" clId="{8C60D3FD-459C-4E6E-B52F-CEB2F886AD09}" dt="2025-11-14T06:20:25.348" v="2145" actId="14100"/>
          <ac:spMkLst>
            <pc:docMk/>
            <pc:sldMk cId="3054353694" sldId="258"/>
            <ac:spMk id="1183" creationId="{A2EEB8AB-FFA5-50BE-8F71-E512CA8EC53F}"/>
          </ac:spMkLst>
        </pc:spChg>
        <pc:spChg chg="add mod">
          <ac:chgData name="최예림" userId="ff3d0bb2-a3bb-49ba-8d95-f25fd2d39f88" providerId="ADAL" clId="{8C60D3FD-459C-4E6E-B52F-CEB2F886AD09}" dt="2025-11-14T10:03:27.163" v="3128" actId="1076"/>
          <ac:spMkLst>
            <pc:docMk/>
            <pc:sldMk cId="3054353694" sldId="258"/>
            <ac:spMk id="1184" creationId="{B8B1B5DE-C02B-7CE0-B735-0E3941DBB15F}"/>
          </ac:spMkLst>
        </pc:spChg>
        <pc:spChg chg="add mod">
          <ac:chgData name="최예림" userId="ff3d0bb2-a3bb-49ba-8d95-f25fd2d39f88" providerId="ADAL" clId="{8C60D3FD-459C-4E6E-B52F-CEB2F886AD09}" dt="2025-11-14T06:32:25.954" v="2997" actId="1076"/>
          <ac:spMkLst>
            <pc:docMk/>
            <pc:sldMk cId="3054353694" sldId="258"/>
            <ac:spMk id="1185" creationId="{75B5FFC7-7B75-E903-6C5A-11932930F01A}"/>
          </ac:spMkLst>
        </pc:spChg>
        <pc:spChg chg="add del mod">
          <ac:chgData name="최예림" userId="ff3d0bb2-a3bb-49ba-8d95-f25fd2d39f88" providerId="ADAL" clId="{8C60D3FD-459C-4E6E-B52F-CEB2F886AD09}" dt="2025-11-14T06:32:15.476" v="2994" actId="478"/>
          <ac:spMkLst>
            <pc:docMk/>
            <pc:sldMk cId="3054353694" sldId="258"/>
            <ac:spMk id="1188" creationId="{2FFF6618-BD59-0C37-5981-54F407CB6081}"/>
          </ac:spMkLst>
        </pc:spChg>
        <pc:spChg chg="add del mod">
          <ac:chgData name="최예림" userId="ff3d0bb2-a3bb-49ba-8d95-f25fd2d39f88" providerId="ADAL" clId="{8C60D3FD-459C-4E6E-B52F-CEB2F886AD09}" dt="2025-11-14T06:32:15.476" v="2994" actId="478"/>
          <ac:spMkLst>
            <pc:docMk/>
            <pc:sldMk cId="3054353694" sldId="258"/>
            <ac:spMk id="1189" creationId="{6BF1B541-A6CC-ABC5-89F7-715627D6C188}"/>
          </ac:spMkLst>
        </pc:spChg>
        <pc:spChg chg="add del mod">
          <ac:chgData name="최예림" userId="ff3d0bb2-a3bb-49ba-8d95-f25fd2d39f88" providerId="ADAL" clId="{8C60D3FD-459C-4E6E-B52F-CEB2F886AD09}" dt="2025-11-14T06:32:15.476" v="2994" actId="478"/>
          <ac:spMkLst>
            <pc:docMk/>
            <pc:sldMk cId="3054353694" sldId="258"/>
            <ac:spMk id="1190" creationId="{58FA0581-1977-F9A9-E147-7582D969951B}"/>
          </ac:spMkLst>
        </pc:spChg>
        <pc:spChg chg="add del mod">
          <ac:chgData name="최예림" userId="ff3d0bb2-a3bb-49ba-8d95-f25fd2d39f88" providerId="ADAL" clId="{8C60D3FD-459C-4E6E-B52F-CEB2F886AD09}" dt="2025-11-14T06:32:15.476" v="2994" actId="478"/>
          <ac:spMkLst>
            <pc:docMk/>
            <pc:sldMk cId="3054353694" sldId="258"/>
            <ac:spMk id="1191" creationId="{36A54D04-1BB6-A71C-D0E7-472333102C38}"/>
          </ac:spMkLst>
        </pc:spChg>
        <pc:spChg chg="add del mod">
          <ac:chgData name="최예림" userId="ff3d0bb2-a3bb-49ba-8d95-f25fd2d39f88" providerId="ADAL" clId="{8C60D3FD-459C-4E6E-B52F-CEB2F886AD09}" dt="2025-11-14T06:32:15.476" v="2994" actId="478"/>
          <ac:spMkLst>
            <pc:docMk/>
            <pc:sldMk cId="3054353694" sldId="258"/>
            <ac:spMk id="1192" creationId="{1EDF35ED-F75F-945E-E6F5-DC46BB239DF4}"/>
          </ac:spMkLst>
        </pc:spChg>
        <pc:spChg chg="add del mod">
          <ac:chgData name="최예림" userId="ff3d0bb2-a3bb-49ba-8d95-f25fd2d39f88" providerId="ADAL" clId="{8C60D3FD-459C-4E6E-B52F-CEB2F886AD09}" dt="2025-11-14T06:32:15.476" v="2994" actId="478"/>
          <ac:spMkLst>
            <pc:docMk/>
            <pc:sldMk cId="3054353694" sldId="258"/>
            <ac:spMk id="1193" creationId="{3DB045FD-A1CE-4659-55BC-A29EA9BCD3E6}"/>
          </ac:spMkLst>
        </pc:spChg>
        <pc:spChg chg="add del mod">
          <ac:chgData name="최예림" userId="ff3d0bb2-a3bb-49ba-8d95-f25fd2d39f88" providerId="ADAL" clId="{8C60D3FD-459C-4E6E-B52F-CEB2F886AD09}" dt="2025-11-14T06:32:15.476" v="2994" actId="478"/>
          <ac:spMkLst>
            <pc:docMk/>
            <pc:sldMk cId="3054353694" sldId="258"/>
            <ac:spMk id="1195" creationId="{626C4B2C-448B-F73E-A87B-21843A80432F}"/>
          </ac:spMkLst>
        </pc:spChg>
        <pc:spChg chg="add del mod">
          <ac:chgData name="최예림" userId="ff3d0bb2-a3bb-49ba-8d95-f25fd2d39f88" providerId="ADAL" clId="{8C60D3FD-459C-4E6E-B52F-CEB2F886AD09}" dt="2025-11-14T06:32:15.476" v="2994" actId="478"/>
          <ac:spMkLst>
            <pc:docMk/>
            <pc:sldMk cId="3054353694" sldId="258"/>
            <ac:spMk id="1196" creationId="{6D9125E9-9079-F845-1831-063ABAEC2B13}"/>
          </ac:spMkLst>
        </pc:spChg>
        <pc:spChg chg="add mod ord">
          <ac:chgData name="최예림" userId="ff3d0bb2-a3bb-49ba-8d95-f25fd2d39f88" providerId="ADAL" clId="{8C60D3FD-459C-4E6E-B52F-CEB2F886AD09}" dt="2025-11-14T06:36:59.314" v="3025" actId="1076"/>
          <ac:spMkLst>
            <pc:docMk/>
            <pc:sldMk cId="3054353694" sldId="258"/>
            <ac:spMk id="1198" creationId="{BB75DB62-53C1-9AA7-802D-2798F30E551D}"/>
          </ac:spMkLst>
        </pc:spChg>
        <pc:spChg chg="add mod">
          <ac:chgData name="최예림" userId="ff3d0bb2-a3bb-49ba-8d95-f25fd2d39f88" providerId="ADAL" clId="{8C60D3FD-459C-4E6E-B52F-CEB2F886AD09}" dt="2025-11-14T06:36:55.807" v="3024" actId="1076"/>
          <ac:spMkLst>
            <pc:docMk/>
            <pc:sldMk cId="3054353694" sldId="258"/>
            <ac:spMk id="1199" creationId="{7D71BFF4-743F-EEDB-1C53-51A4A0DF016F}"/>
          </ac:spMkLst>
        </pc:spChg>
        <pc:spChg chg="add mod">
          <ac:chgData name="최예림" userId="ff3d0bb2-a3bb-49ba-8d95-f25fd2d39f88" providerId="ADAL" clId="{8C60D3FD-459C-4E6E-B52F-CEB2F886AD09}" dt="2025-11-14T06:36:55.807" v="3024" actId="1076"/>
          <ac:spMkLst>
            <pc:docMk/>
            <pc:sldMk cId="3054353694" sldId="258"/>
            <ac:spMk id="1200" creationId="{2B098454-E895-23DB-4232-69ECC1063EB2}"/>
          </ac:spMkLst>
        </pc:spChg>
        <pc:spChg chg="add mod">
          <ac:chgData name="최예림" userId="ff3d0bb2-a3bb-49ba-8d95-f25fd2d39f88" providerId="ADAL" clId="{8C60D3FD-459C-4E6E-B52F-CEB2F886AD09}" dt="2025-11-14T06:36:55.807" v="3024" actId="1076"/>
          <ac:spMkLst>
            <pc:docMk/>
            <pc:sldMk cId="3054353694" sldId="258"/>
            <ac:spMk id="1201" creationId="{3EEF23B1-C394-A255-60C1-B543B4FD63AD}"/>
          </ac:spMkLst>
        </pc:spChg>
        <pc:spChg chg="add mod">
          <ac:chgData name="최예림" userId="ff3d0bb2-a3bb-49ba-8d95-f25fd2d39f88" providerId="ADAL" clId="{8C60D3FD-459C-4E6E-B52F-CEB2F886AD09}" dt="2025-11-14T06:26:06.541" v="2476" actId="1076"/>
          <ac:spMkLst>
            <pc:docMk/>
            <pc:sldMk cId="3054353694" sldId="258"/>
            <ac:spMk id="1202" creationId="{26C9A625-50E2-A9DE-7CA2-45840FBE7F23}"/>
          </ac:spMkLst>
        </pc:spChg>
        <pc:spChg chg="add del mod">
          <ac:chgData name="최예림" userId="ff3d0bb2-a3bb-49ba-8d95-f25fd2d39f88" providerId="ADAL" clId="{8C60D3FD-459C-4E6E-B52F-CEB2F886AD09}" dt="2025-11-14T06:23:42.399" v="2272" actId="478"/>
          <ac:spMkLst>
            <pc:docMk/>
            <pc:sldMk cId="3054353694" sldId="258"/>
            <ac:spMk id="1203" creationId="{F7C2EEDE-920B-6105-2057-3334640B6AE8}"/>
          </ac:spMkLst>
        </pc:spChg>
        <pc:spChg chg="add del mod">
          <ac:chgData name="최예림" userId="ff3d0bb2-a3bb-49ba-8d95-f25fd2d39f88" providerId="ADAL" clId="{8C60D3FD-459C-4E6E-B52F-CEB2F886AD09}" dt="2025-11-14T06:23:42.399" v="2272" actId="478"/>
          <ac:spMkLst>
            <pc:docMk/>
            <pc:sldMk cId="3054353694" sldId="258"/>
            <ac:spMk id="1204" creationId="{EDBE3287-4711-5BDC-E4D3-62DF7D189C26}"/>
          </ac:spMkLst>
        </pc:spChg>
        <pc:spChg chg="add mod">
          <ac:chgData name="최예림" userId="ff3d0bb2-a3bb-49ba-8d95-f25fd2d39f88" providerId="ADAL" clId="{8C60D3FD-459C-4E6E-B52F-CEB2F886AD09}" dt="2025-11-14T06:30:29.781" v="2912" actId="14100"/>
          <ac:spMkLst>
            <pc:docMk/>
            <pc:sldMk cId="3054353694" sldId="258"/>
            <ac:spMk id="1206" creationId="{8D967CF0-E782-A0DB-8BD9-8B1B710247E5}"/>
          </ac:spMkLst>
        </pc:spChg>
        <pc:spChg chg="add mod">
          <ac:chgData name="최예림" userId="ff3d0bb2-a3bb-49ba-8d95-f25fd2d39f88" providerId="ADAL" clId="{8C60D3FD-459C-4E6E-B52F-CEB2F886AD09}" dt="2025-11-14T06:36:55.807" v="3024" actId="1076"/>
          <ac:spMkLst>
            <pc:docMk/>
            <pc:sldMk cId="3054353694" sldId="258"/>
            <ac:spMk id="1207" creationId="{CBA26098-3F84-79FC-1B6D-F3C6D6F71FF5}"/>
          </ac:spMkLst>
        </pc:spChg>
        <pc:spChg chg="add mod">
          <ac:chgData name="최예림" userId="ff3d0bb2-a3bb-49ba-8d95-f25fd2d39f88" providerId="ADAL" clId="{8C60D3FD-459C-4E6E-B52F-CEB2F886AD09}" dt="2025-11-14T06:36:55.807" v="3024" actId="1076"/>
          <ac:spMkLst>
            <pc:docMk/>
            <pc:sldMk cId="3054353694" sldId="258"/>
            <ac:spMk id="1208" creationId="{1DAB1D29-0958-A294-5068-52542124FE7E}"/>
          </ac:spMkLst>
        </pc:spChg>
        <pc:spChg chg="add del">
          <ac:chgData name="최예림" userId="ff3d0bb2-a3bb-49ba-8d95-f25fd2d39f88" providerId="ADAL" clId="{8C60D3FD-459C-4E6E-B52F-CEB2F886AD09}" dt="2025-11-14T06:25:32.376" v="2396" actId="478"/>
          <ac:spMkLst>
            <pc:docMk/>
            <pc:sldMk cId="3054353694" sldId="258"/>
            <ac:spMk id="1209" creationId="{793F15EE-5856-33A1-90DD-1C7204740CEF}"/>
          </ac:spMkLst>
        </pc:spChg>
        <pc:spChg chg="add mod ord">
          <ac:chgData name="최예림" userId="ff3d0bb2-a3bb-49ba-8d95-f25fd2d39f88" providerId="ADAL" clId="{8C60D3FD-459C-4E6E-B52F-CEB2F886AD09}" dt="2025-11-14T06:36:59.314" v="3025" actId="1076"/>
          <ac:spMkLst>
            <pc:docMk/>
            <pc:sldMk cId="3054353694" sldId="258"/>
            <ac:spMk id="1210" creationId="{E538E67A-30C6-F49F-FBAE-9F9D79D1FA59}"/>
          </ac:spMkLst>
        </pc:spChg>
        <pc:spChg chg="add mod">
          <ac:chgData name="최예림" userId="ff3d0bb2-a3bb-49ba-8d95-f25fd2d39f88" providerId="ADAL" clId="{8C60D3FD-459C-4E6E-B52F-CEB2F886AD09}" dt="2025-11-14T06:30:29.781" v="2912" actId="14100"/>
          <ac:spMkLst>
            <pc:docMk/>
            <pc:sldMk cId="3054353694" sldId="258"/>
            <ac:spMk id="1213" creationId="{4AB1F1DB-DC61-A51E-4A30-855A5D0EC1F1}"/>
          </ac:spMkLst>
        </pc:spChg>
        <pc:spChg chg="add mod">
          <ac:chgData name="최예림" userId="ff3d0bb2-a3bb-49ba-8d95-f25fd2d39f88" providerId="ADAL" clId="{8C60D3FD-459C-4E6E-B52F-CEB2F886AD09}" dt="2025-11-14T06:27:59.212" v="2675" actId="20577"/>
          <ac:spMkLst>
            <pc:docMk/>
            <pc:sldMk cId="3054353694" sldId="258"/>
            <ac:spMk id="1214" creationId="{61F36E22-08D6-07A8-A1B9-FC0D7A5C4E47}"/>
          </ac:spMkLst>
        </pc:spChg>
        <pc:spChg chg="add mod">
          <ac:chgData name="최예림" userId="ff3d0bb2-a3bb-49ba-8d95-f25fd2d39f88" providerId="ADAL" clId="{8C60D3FD-459C-4E6E-B52F-CEB2F886AD09}" dt="2025-11-14T06:32:30.351" v="2999" actId="1076"/>
          <ac:spMkLst>
            <pc:docMk/>
            <pc:sldMk cId="3054353694" sldId="258"/>
            <ac:spMk id="1215" creationId="{CDD18C84-F6E7-143A-D67B-AFAC1BCB2C3C}"/>
          </ac:spMkLst>
        </pc:spChg>
        <pc:spChg chg="add mod">
          <ac:chgData name="최예림" userId="ff3d0bb2-a3bb-49ba-8d95-f25fd2d39f88" providerId="ADAL" clId="{8C60D3FD-459C-4E6E-B52F-CEB2F886AD09}" dt="2025-11-14T06:36:59.314" v="3025" actId="1076"/>
          <ac:spMkLst>
            <pc:docMk/>
            <pc:sldMk cId="3054353694" sldId="258"/>
            <ac:spMk id="1216" creationId="{C9BB4A1F-607A-53BD-FDD7-2E292A0C2AC9}"/>
          </ac:spMkLst>
        </pc:spChg>
        <pc:spChg chg="add mod">
          <ac:chgData name="최예림" userId="ff3d0bb2-a3bb-49ba-8d95-f25fd2d39f88" providerId="ADAL" clId="{8C60D3FD-459C-4E6E-B52F-CEB2F886AD09}" dt="2025-11-14T06:36:55.807" v="3024" actId="1076"/>
          <ac:spMkLst>
            <pc:docMk/>
            <pc:sldMk cId="3054353694" sldId="258"/>
            <ac:spMk id="1217" creationId="{F4B2B33C-15D8-6CF9-EE3C-D98ED207AF0A}"/>
          </ac:spMkLst>
        </pc:spChg>
        <pc:spChg chg="add mod">
          <ac:chgData name="최예림" userId="ff3d0bb2-a3bb-49ba-8d95-f25fd2d39f88" providerId="ADAL" clId="{8C60D3FD-459C-4E6E-B52F-CEB2F886AD09}" dt="2025-11-14T06:36:55.807" v="3024" actId="1076"/>
          <ac:spMkLst>
            <pc:docMk/>
            <pc:sldMk cId="3054353694" sldId="258"/>
            <ac:spMk id="1218" creationId="{E43BF9D5-83AE-550B-8266-07C3928E59A8}"/>
          </ac:spMkLst>
        </pc:spChg>
        <pc:spChg chg="add mod">
          <ac:chgData name="최예림" userId="ff3d0bb2-a3bb-49ba-8d95-f25fd2d39f88" providerId="ADAL" clId="{8C60D3FD-459C-4E6E-B52F-CEB2F886AD09}" dt="2025-11-14T06:32:30.351" v="2999" actId="1076"/>
          <ac:spMkLst>
            <pc:docMk/>
            <pc:sldMk cId="3054353694" sldId="258"/>
            <ac:spMk id="1219" creationId="{D1391FDC-78E8-7C92-3102-B3793D0C4C24}"/>
          </ac:spMkLst>
        </pc:spChg>
        <pc:spChg chg="add mod">
          <ac:chgData name="최예림" userId="ff3d0bb2-a3bb-49ba-8d95-f25fd2d39f88" providerId="ADAL" clId="{8C60D3FD-459C-4E6E-B52F-CEB2F886AD09}" dt="2025-11-14T06:36:59.314" v="3025" actId="1076"/>
          <ac:spMkLst>
            <pc:docMk/>
            <pc:sldMk cId="3054353694" sldId="258"/>
            <ac:spMk id="1221" creationId="{C0507360-BADC-6DD0-4351-C5AFE12AC582}"/>
          </ac:spMkLst>
        </pc:spChg>
        <pc:spChg chg="add mod">
          <ac:chgData name="최예림" userId="ff3d0bb2-a3bb-49ba-8d95-f25fd2d39f88" providerId="ADAL" clId="{8C60D3FD-459C-4E6E-B52F-CEB2F886AD09}" dt="2025-11-14T06:36:55.807" v="3024" actId="1076"/>
          <ac:spMkLst>
            <pc:docMk/>
            <pc:sldMk cId="3054353694" sldId="258"/>
            <ac:spMk id="1222" creationId="{E832C61E-E97F-D6B2-5F32-278325F4AB8B}"/>
          </ac:spMkLst>
        </pc:spChg>
        <pc:spChg chg="add mod">
          <ac:chgData name="최예림" userId="ff3d0bb2-a3bb-49ba-8d95-f25fd2d39f88" providerId="ADAL" clId="{8C60D3FD-459C-4E6E-B52F-CEB2F886AD09}" dt="2025-11-14T06:36:55.807" v="3024" actId="1076"/>
          <ac:spMkLst>
            <pc:docMk/>
            <pc:sldMk cId="3054353694" sldId="258"/>
            <ac:spMk id="1223" creationId="{39C024C8-DAE7-074B-2BF9-9D33FF2F4330}"/>
          </ac:spMkLst>
        </pc:spChg>
        <pc:grpChg chg="mod">
          <ac:chgData name="최예림" userId="ff3d0bb2-a3bb-49ba-8d95-f25fd2d39f88" providerId="ADAL" clId="{8C60D3FD-459C-4E6E-B52F-CEB2F886AD09}" dt="2025-11-14T06:33:13.742" v="3022" actId="14100"/>
          <ac:grpSpMkLst>
            <pc:docMk/>
            <pc:sldMk cId="3054353694" sldId="258"/>
            <ac:grpSpMk id="2" creationId="{FE77E7BE-D1CC-58BF-31B6-0E73AF73746E}"/>
          </ac:grpSpMkLst>
        </pc:grpChg>
        <pc:grpChg chg="add del mod">
          <ac:chgData name="최예림" userId="ff3d0bb2-a3bb-49ba-8d95-f25fd2d39f88" providerId="ADAL" clId="{8C60D3FD-459C-4E6E-B52F-CEB2F886AD09}" dt="2025-11-14T05:31:58.092" v="190" actId="165"/>
          <ac:grpSpMkLst>
            <pc:docMk/>
            <pc:sldMk cId="3054353694" sldId="258"/>
            <ac:grpSpMk id="54" creationId="{EAC37810-755B-84AA-C3E3-AA6822D0329F}"/>
          </ac:grpSpMkLst>
        </pc:grpChg>
        <pc:grpChg chg="add del mod">
          <ac:chgData name="최예림" userId="ff3d0bb2-a3bb-49ba-8d95-f25fd2d39f88" providerId="ADAL" clId="{8C60D3FD-459C-4E6E-B52F-CEB2F886AD09}" dt="2025-11-14T05:34:42.020" v="481" actId="165"/>
          <ac:grpSpMkLst>
            <pc:docMk/>
            <pc:sldMk cId="3054353694" sldId="258"/>
            <ac:grpSpMk id="1024" creationId="{8D2EA73D-D4AE-3099-BBFC-D83661CD82A2}"/>
          </ac:grpSpMkLst>
        </pc:grpChg>
        <pc:grpChg chg="add del mod">
          <ac:chgData name="최예림" userId="ff3d0bb2-a3bb-49ba-8d95-f25fd2d39f88" providerId="ADAL" clId="{8C60D3FD-459C-4E6E-B52F-CEB2F886AD09}" dt="2025-11-14T05:41:02.565" v="649" actId="165"/>
          <ac:grpSpMkLst>
            <pc:docMk/>
            <pc:sldMk cId="3054353694" sldId="258"/>
            <ac:grpSpMk id="1038" creationId="{F1F32242-D33C-4842-366F-A43A362C88B5}"/>
          </ac:grpSpMkLst>
        </pc:grpChg>
        <pc:grpChg chg="add del mod">
          <ac:chgData name="최예림" userId="ff3d0bb2-a3bb-49ba-8d95-f25fd2d39f88" providerId="ADAL" clId="{8C60D3FD-459C-4E6E-B52F-CEB2F886AD09}" dt="2025-11-14T05:41:02.974" v="650" actId="165"/>
          <ac:grpSpMkLst>
            <pc:docMk/>
            <pc:sldMk cId="3054353694" sldId="258"/>
            <ac:grpSpMk id="1039" creationId="{144FB5AD-D47C-BE14-DF63-DAE42F8F1599}"/>
          </ac:grpSpMkLst>
        </pc:grpChg>
        <pc:grpChg chg="add del mod">
          <ac:chgData name="최예림" userId="ff3d0bb2-a3bb-49ba-8d95-f25fd2d39f88" providerId="ADAL" clId="{8C60D3FD-459C-4E6E-B52F-CEB2F886AD09}" dt="2025-11-14T05:41:03.276" v="651" actId="165"/>
          <ac:grpSpMkLst>
            <pc:docMk/>
            <pc:sldMk cId="3054353694" sldId="258"/>
            <ac:grpSpMk id="1040" creationId="{AD03035D-2EF0-8F64-F1CD-6B93160C8508}"/>
          </ac:grpSpMkLst>
        </pc:grpChg>
        <pc:grpChg chg="add mod">
          <ac:chgData name="최예림" userId="ff3d0bb2-a3bb-49ba-8d95-f25fd2d39f88" providerId="ADAL" clId="{8C60D3FD-459C-4E6E-B52F-CEB2F886AD09}" dt="2025-11-14T05:41:18.134" v="655" actId="12789"/>
          <ac:grpSpMkLst>
            <pc:docMk/>
            <pc:sldMk cId="3054353694" sldId="258"/>
            <ac:grpSpMk id="1041" creationId="{863C7CD9-25C0-885B-2536-ED3009E0AFD4}"/>
          </ac:grpSpMkLst>
        </pc:grpChg>
        <pc:grpChg chg="add mod">
          <ac:chgData name="최예림" userId="ff3d0bb2-a3bb-49ba-8d95-f25fd2d39f88" providerId="ADAL" clId="{8C60D3FD-459C-4E6E-B52F-CEB2F886AD09}" dt="2025-11-14T05:39:45.142" v="626" actId="12788"/>
          <ac:grpSpMkLst>
            <pc:docMk/>
            <pc:sldMk cId="3054353694" sldId="258"/>
            <ac:grpSpMk id="1042" creationId="{DF36FDF5-ADA9-FE1D-BE4C-BB9213F86990}"/>
          </ac:grpSpMkLst>
        </pc:grpChg>
        <pc:grpChg chg="add mod">
          <ac:chgData name="최예림" userId="ff3d0bb2-a3bb-49ba-8d95-f25fd2d39f88" providerId="ADAL" clId="{8C60D3FD-459C-4E6E-B52F-CEB2F886AD09}" dt="2025-11-14T05:41:18.134" v="655" actId="12789"/>
          <ac:grpSpMkLst>
            <pc:docMk/>
            <pc:sldMk cId="3054353694" sldId="258"/>
            <ac:grpSpMk id="1044" creationId="{839FD1DB-4FD7-CB9A-0993-2B31667A7418}"/>
          </ac:grpSpMkLst>
        </pc:grpChg>
        <pc:grpChg chg="add mod">
          <ac:chgData name="최예림" userId="ff3d0bb2-a3bb-49ba-8d95-f25fd2d39f88" providerId="ADAL" clId="{8C60D3FD-459C-4E6E-B52F-CEB2F886AD09}" dt="2025-11-14T05:41:18.134" v="655" actId="12789"/>
          <ac:grpSpMkLst>
            <pc:docMk/>
            <pc:sldMk cId="3054353694" sldId="258"/>
            <ac:grpSpMk id="1045" creationId="{619D2CE6-A259-3934-BF98-57238D6AC506}"/>
          </ac:grpSpMkLst>
        </pc:grpChg>
        <pc:grpChg chg="add mod">
          <ac:chgData name="최예림" userId="ff3d0bb2-a3bb-49ba-8d95-f25fd2d39f88" providerId="ADAL" clId="{8C60D3FD-459C-4E6E-B52F-CEB2F886AD09}" dt="2025-11-14T05:41:18.134" v="655" actId="12789"/>
          <ac:grpSpMkLst>
            <pc:docMk/>
            <pc:sldMk cId="3054353694" sldId="258"/>
            <ac:grpSpMk id="1046" creationId="{DEE40744-F019-DD63-CD57-8A04888E96D8}"/>
          </ac:grpSpMkLst>
        </pc:grpChg>
        <pc:grpChg chg="mod">
          <ac:chgData name="최예림" userId="ff3d0bb2-a3bb-49ba-8d95-f25fd2d39f88" providerId="ADAL" clId="{8C60D3FD-459C-4E6E-B52F-CEB2F886AD09}" dt="2025-11-14T06:10:56.009" v="1843" actId="12788"/>
          <ac:grpSpMkLst>
            <pc:docMk/>
            <pc:sldMk cId="3054353694" sldId="258"/>
            <ac:grpSpMk id="1162" creationId="{5CB61345-0F90-974A-F5A7-E8B935CA415E}"/>
          </ac:grpSpMkLst>
        </pc:grpChg>
        <pc:grpChg chg="mod">
          <ac:chgData name="최예림" userId="ff3d0bb2-a3bb-49ba-8d95-f25fd2d39f88" providerId="ADAL" clId="{8C60D3FD-459C-4E6E-B52F-CEB2F886AD09}" dt="2025-11-14T06:17:32.536" v="1915" actId="12788"/>
          <ac:grpSpMkLst>
            <pc:docMk/>
            <pc:sldMk cId="3054353694" sldId="258"/>
            <ac:grpSpMk id="1176" creationId="{A77E8B65-0610-FAD5-5A5B-42F25725A6EA}"/>
          </ac:grpSpMkLst>
        </pc:grpChg>
        <pc:grpChg chg="mod">
          <ac:chgData name="최예림" userId="ff3d0bb2-a3bb-49ba-8d95-f25fd2d39f88" providerId="ADAL" clId="{8C60D3FD-459C-4E6E-B52F-CEB2F886AD09}" dt="2025-11-14T06:17:32.536" v="1915" actId="12788"/>
          <ac:grpSpMkLst>
            <pc:docMk/>
            <pc:sldMk cId="3054353694" sldId="258"/>
            <ac:grpSpMk id="1177" creationId="{3648CC44-95F2-D678-4960-4C04D28CAF42}"/>
          </ac:grpSpMkLst>
        </pc:grpChg>
        <pc:grpChg chg="mod">
          <ac:chgData name="최예림" userId="ff3d0bb2-a3bb-49ba-8d95-f25fd2d39f88" providerId="ADAL" clId="{8C60D3FD-459C-4E6E-B52F-CEB2F886AD09}" dt="2025-11-14T06:18:53.775" v="1990" actId="1076"/>
          <ac:grpSpMkLst>
            <pc:docMk/>
            <pc:sldMk cId="3054353694" sldId="258"/>
            <ac:grpSpMk id="1181" creationId="{C0BF93B4-0255-B991-D4BD-3D3E4321A7E1}"/>
          </ac:grpSpMkLst>
        </pc:grpChg>
        <pc:grpChg chg="mod">
          <ac:chgData name="최예림" userId="ff3d0bb2-a3bb-49ba-8d95-f25fd2d39f88" providerId="ADAL" clId="{8C60D3FD-459C-4E6E-B52F-CEB2F886AD09}" dt="2025-11-14T06:18:53.775" v="1990" actId="1076"/>
          <ac:grpSpMkLst>
            <pc:docMk/>
            <pc:sldMk cId="3054353694" sldId="258"/>
            <ac:grpSpMk id="1182" creationId="{BBD87A83-CE33-932B-178E-E4BDB30A7623}"/>
          </ac:grpSpMkLst>
        </pc:grpChg>
        <pc:picChg chg="add del mod ord">
          <ac:chgData name="최예림" userId="ff3d0bb2-a3bb-49ba-8d95-f25fd2d39f88" providerId="ADAL" clId="{8C60D3FD-459C-4E6E-B52F-CEB2F886AD09}" dt="2025-11-14T06:10:38.586" v="1839" actId="478"/>
          <ac:picMkLst>
            <pc:docMk/>
            <pc:sldMk cId="3054353694" sldId="258"/>
            <ac:picMk id="4" creationId="{47637D47-E3C6-AFAD-D324-AED9AD292894}"/>
          </ac:picMkLst>
        </pc:picChg>
        <pc:picChg chg="add del">
          <ac:chgData name="최예림" userId="ff3d0bb2-a3bb-49ba-8d95-f25fd2d39f88" providerId="ADAL" clId="{8C60D3FD-459C-4E6E-B52F-CEB2F886AD09}" dt="2025-11-14T05:29:42.276" v="62" actId="478"/>
          <ac:picMkLst>
            <pc:docMk/>
            <pc:sldMk cId="3054353694" sldId="258"/>
            <ac:picMk id="1026" creationId="{87C4E2C2-96E5-A509-8165-2B68CDEECEB0}"/>
          </ac:picMkLst>
        </pc:picChg>
        <pc:picChg chg="add del mod">
          <ac:chgData name="최예림" userId="ff3d0bb2-a3bb-49ba-8d95-f25fd2d39f88" providerId="ADAL" clId="{8C60D3FD-459C-4E6E-B52F-CEB2F886AD09}" dt="2025-11-14T06:18:49.979" v="1989" actId="478"/>
          <ac:picMkLst>
            <pc:docMk/>
            <pc:sldMk cId="3054353694" sldId="258"/>
            <ac:picMk id="1028" creationId="{93E1FD98-B1EB-347B-707E-3ABA8E7BF339}"/>
          </ac:picMkLst>
        </pc:picChg>
        <pc:picChg chg="add">
          <ac:chgData name="최예림" userId="ff3d0bb2-a3bb-49ba-8d95-f25fd2d39f88" providerId="ADAL" clId="{8C60D3FD-459C-4E6E-B52F-CEB2F886AD09}" dt="2025-11-14T05:30:26.375" v="102"/>
          <ac:picMkLst>
            <pc:docMk/>
            <pc:sldMk cId="3054353694" sldId="258"/>
            <ac:picMk id="1030" creationId="{829A9BB6-C57C-1B4F-38D6-1C6C7B8229C9}"/>
          </ac:picMkLst>
        </pc:picChg>
        <pc:picChg chg="add del mod">
          <ac:chgData name="최예림" userId="ff3d0bb2-a3bb-49ba-8d95-f25fd2d39f88" providerId="ADAL" clId="{8C60D3FD-459C-4E6E-B52F-CEB2F886AD09}" dt="2025-11-14T06:22:24.786" v="2167" actId="478"/>
          <ac:picMkLst>
            <pc:docMk/>
            <pc:sldMk cId="3054353694" sldId="258"/>
            <ac:picMk id="1205" creationId="{D285F077-F2ED-B7CB-8CB7-0CE1A2BEE624}"/>
          </ac:picMkLst>
        </pc:picChg>
        <pc:cxnChg chg="del">
          <ac:chgData name="최예림" userId="ff3d0bb2-a3bb-49ba-8d95-f25fd2d39f88" providerId="ADAL" clId="{8C60D3FD-459C-4E6E-B52F-CEB2F886AD09}" dt="2025-11-14T05:56:03.548" v="1148" actId="478"/>
          <ac:cxnSpMkLst>
            <pc:docMk/>
            <pc:sldMk cId="3054353694" sldId="258"/>
            <ac:cxnSpMk id="16" creationId="{60D72520-B76F-D2C0-14F1-92A16E4656E6}"/>
          </ac:cxnSpMkLst>
        </pc:cxnChg>
        <pc:cxnChg chg="del mod">
          <ac:chgData name="최예림" userId="ff3d0bb2-a3bb-49ba-8d95-f25fd2d39f88" providerId="ADAL" clId="{8C60D3FD-459C-4E6E-B52F-CEB2F886AD09}" dt="2025-11-14T05:46:28.388" v="774" actId="478"/>
          <ac:cxnSpMkLst>
            <pc:docMk/>
            <pc:sldMk cId="3054353694" sldId="258"/>
            <ac:cxnSpMk id="19" creationId="{10935F6C-1B45-2383-42BA-83534CF2112C}"/>
          </ac:cxnSpMkLst>
        </pc:cxnChg>
        <pc:cxnChg chg="del mod">
          <ac:chgData name="최예림" userId="ff3d0bb2-a3bb-49ba-8d95-f25fd2d39f88" providerId="ADAL" clId="{8C60D3FD-459C-4E6E-B52F-CEB2F886AD09}" dt="2025-11-14T05:46:30.008" v="775" actId="478"/>
          <ac:cxnSpMkLst>
            <pc:docMk/>
            <pc:sldMk cId="3054353694" sldId="258"/>
            <ac:cxnSpMk id="21" creationId="{4405A67A-5A06-21DB-38ED-C58E5D11D5D9}"/>
          </ac:cxnSpMkLst>
        </pc:cxnChg>
        <pc:cxnChg chg="del">
          <ac:chgData name="최예림" userId="ff3d0bb2-a3bb-49ba-8d95-f25fd2d39f88" providerId="ADAL" clId="{8C60D3FD-459C-4E6E-B52F-CEB2F886AD09}" dt="2025-11-14T05:46:30.008" v="775" actId="478"/>
          <ac:cxnSpMkLst>
            <pc:docMk/>
            <pc:sldMk cId="3054353694" sldId="258"/>
            <ac:cxnSpMk id="23" creationId="{69308A7D-D220-0145-2B9A-4387AFED737E}"/>
          </ac:cxnSpMkLst>
        </pc:cxnChg>
        <pc:cxnChg chg="del">
          <ac:chgData name="최예림" userId="ff3d0bb2-a3bb-49ba-8d95-f25fd2d39f88" providerId="ADAL" clId="{8C60D3FD-459C-4E6E-B52F-CEB2F886AD09}" dt="2025-11-14T05:46:30.865" v="776" actId="478"/>
          <ac:cxnSpMkLst>
            <pc:docMk/>
            <pc:sldMk cId="3054353694" sldId="258"/>
            <ac:cxnSpMk id="24" creationId="{C2B5F68B-8AB4-807D-2B40-9E947E1654E9}"/>
          </ac:cxnSpMkLst>
        </pc:cxnChg>
        <pc:cxnChg chg="del">
          <ac:chgData name="최예림" userId="ff3d0bb2-a3bb-49ba-8d95-f25fd2d39f88" providerId="ADAL" clId="{8C60D3FD-459C-4E6E-B52F-CEB2F886AD09}" dt="2025-11-14T05:56:03.548" v="1148" actId="478"/>
          <ac:cxnSpMkLst>
            <pc:docMk/>
            <pc:sldMk cId="3054353694" sldId="258"/>
            <ac:cxnSpMk id="25" creationId="{51059C7F-C85D-1F15-867C-ED43CAF9F27D}"/>
          </ac:cxnSpMkLst>
        </pc:cxnChg>
        <pc:cxnChg chg="del">
          <ac:chgData name="최예림" userId="ff3d0bb2-a3bb-49ba-8d95-f25fd2d39f88" providerId="ADAL" clId="{8C60D3FD-459C-4E6E-B52F-CEB2F886AD09}" dt="2025-11-14T05:56:03.548" v="1148" actId="478"/>
          <ac:cxnSpMkLst>
            <pc:docMk/>
            <pc:sldMk cId="3054353694" sldId="258"/>
            <ac:cxnSpMk id="30" creationId="{BB4C0064-56D6-9E89-3863-2FADEE23D386}"/>
          </ac:cxnSpMkLst>
        </pc:cxnChg>
        <pc:cxnChg chg="add mod">
          <ac:chgData name="최예림" userId="ff3d0bb2-a3bb-49ba-8d95-f25fd2d39f88" providerId="ADAL" clId="{8C60D3FD-459C-4E6E-B52F-CEB2F886AD09}" dt="2025-11-14T05:42:36.544" v="674" actId="208"/>
          <ac:cxnSpMkLst>
            <pc:docMk/>
            <pc:sldMk cId="3054353694" sldId="258"/>
            <ac:cxnSpMk id="1051" creationId="{E866C367-8783-B873-FC1B-041FAB03C847}"/>
          </ac:cxnSpMkLst>
        </pc:cxnChg>
        <pc:cxnChg chg="add mod">
          <ac:chgData name="최예림" userId="ff3d0bb2-a3bb-49ba-8d95-f25fd2d39f88" providerId="ADAL" clId="{8C60D3FD-459C-4E6E-B52F-CEB2F886AD09}" dt="2025-11-14T05:42:39.560" v="675" actId="571"/>
          <ac:cxnSpMkLst>
            <pc:docMk/>
            <pc:sldMk cId="3054353694" sldId="258"/>
            <ac:cxnSpMk id="1052" creationId="{AAF61D9F-7E5D-4CB1-2D51-FB8DF4FD0C53}"/>
          </ac:cxnSpMkLst>
        </pc:cxnChg>
        <pc:cxnChg chg="add mod">
          <ac:chgData name="최예림" userId="ff3d0bb2-a3bb-49ba-8d95-f25fd2d39f88" providerId="ADAL" clId="{8C60D3FD-459C-4E6E-B52F-CEB2F886AD09}" dt="2025-11-14T05:42:42.483" v="676" actId="571"/>
          <ac:cxnSpMkLst>
            <pc:docMk/>
            <pc:sldMk cId="3054353694" sldId="258"/>
            <ac:cxnSpMk id="1053" creationId="{8C096038-DFB0-4203-89A0-54CEFB418350}"/>
          </ac:cxnSpMkLst>
        </pc:cxnChg>
        <pc:cxnChg chg="mod ord">
          <ac:chgData name="최예림" userId="ff3d0bb2-a3bb-49ba-8d95-f25fd2d39f88" providerId="ADAL" clId="{8C60D3FD-459C-4E6E-B52F-CEB2F886AD09}" dt="2025-11-14T05:55:03.970" v="1131" actId="166"/>
          <ac:cxnSpMkLst>
            <pc:docMk/>
            <pc:sldMk cId="3054353694" sldId="258"/>
            <ac:cxnSpMk id="1098" creationId="{B41561E8-C682-CB33-96A1-EAFD8A46A13E}"/>
          </ac:cxnSpMkLst>
        </pc:cxnChg>
        <pc:cxnChg chg="mod ord">
          <ac:chgData name="최예림" userId="ff3d0bb2-a3bb-49ba-8d95-f25fd2d39f88" providerId="ADAL" clId="{8C60D3FD-459C-4E6E-B52F-CEB2F886AD09}" dt="2025-11-14T06:10:12.809" v="1832" actId="14100"/>
          <ac:cxnSpMkLst>
            <pc:docMk/>
            <pc:sldMk cId="3054353694" sldId="258"/>
            <ac:cxnSpMk id="1099" creationId="{B2942244-1454-6070-30B6-8810B4021079}"/>
          </ac:cxnSpMkLst>
        </pc:cxnChg>
        <pc:cxnChg chg="add mod">
          <ac:chgData name="최예림" userId="ff3d0bb2-a3bb-49ba-8d95-f25fd2d39f88" providerId="ADAL" clId="{8C60D3FD-459C-4E6E-B52F-CEB2F886AD09}" dt="2025-11-14T05:51:14.518" v="1066" actId="571"/>
          <ac:cxnSpMkLst>
            <pc:docMk/>
            <pc:sldMk cId="3054353694" sldId="258"/>
            <ac:cxnSpMk id="1106" creationId="{68E4B702-5D58-133F-4E91-307F4E84E160}"/>
          </ac:cxnSpMkLst>
        </pc:cxnChg>
        <pc:cxnChg chg="add mod ord">
          <ac:chgData name="최예림" userId="ff3d0bb2-a3bb-49ba-8d95-f25fd2d39f88" providerId="ADAL" clId="{8C60D3FD-459C-4E6E-B52F-CEB2F886AD09}" dt="2025-11-14T06:05:52.662" v="1630" actId="14100"/>
          <ac:cxnSpMkLst>
            <pc:docMk/>
            <pc:sldMk cId="3054353694" sldId="258"/>
            <ac:cxnSpMk id="1123" creationId="{D24C0FF0-35AF-12BE-B22D-EC8BF587C5EF}"/>
          </ac:cxnSpMkLst>
        </pc:cxnChg>
        <pc:cxnChg chg="add mod">
          <ac:chgData name="최예림" userId="ff3d0bb2-a3bb-49ba-8d95-f25fd2d39f88" providerId="ADAL" clId="{8C60D3FD-459C-4E6E-B52F-CEB2F886AD09}" dt="2025-11-14T06:03:55.680" v="1507" actId="14100"/>
          <ac:cxnSpMkLst>
            <pc:docMk/>
            <pc:sldMk cId="3054353694" sldId="258"/>
            <ac:cxnSpMk id="1142" creationId="{27D7765B-ED3F-6BEB-2584-ADDD0F28C823}"/>
          </ac:cxnSpMkLst>
        </pc:cxnChg>
        <pc:cxnChg chg="add mod">
          <ac:chgData name="최예림" userId="ff3d0bb2-a3bb-49ba-8d95-f25fd2d39f88" providerId="ADAL" clId="{8C60D3FD-459C-4E6E-B52F-CEB2F886AD09}" dt="2025-11-14T10:04:07.167" v="3156" actId="14100"/>
          <ac:cxnSpMkLst>
            <pc:docMk/>
            <pc:sldMk cId="3054353694" sldId="258"/>
            <ac:cxnSpMk id="1159" creationId="{000A9EC6-3B52-D375-E44D-2215FBA6AE93}"/>
          </ac:cxnSpMkLst>
        </pc:cxnChg>
        <pc:cxnChg chg="add del mod ord">
          <ac:chgData name="최예림" userId="ff3d0bb2-a3bb-49ba-8d95-f25fd2d39f88" providerId="ADAL" clId="{8C60D3FD-459C-4E6E-B52F-CEB2F886AD09}" dt="2025-11-14T06:18:08.439" v="1924" actId="478"/>
          <ac:cxnSpMkLst>
            <pc:docMk/>
            <pc:sldMk cId="3054353694" sldId="258"/>
            <ac:cxnSpMk id="1165" creationId="{F033BB65-020B-A13B-A620-5C5423D61BAE}"/>
          </ac:cxnSpMkLst>
        </pc:cxnChg>
        <pc:cxnChg chg="add del mod ord">
          <ac:chgData name="최예림" userId="ff3d0bb2-a3bb-49ba-8d95-f25fd2d39f88" providerId="ADAL" clId="{8C60D3FD-459C-4E6E-B52F-CEB2F886AD09}" dt="2025-11-14T06:18:08.439" v="1924" actId="478"/>
          <ac:cxnSpMkLst>
            <pc:docMk/>
            <pc:sldMk cId="3054353694" sldId="258"/>
            <ac:cxnSpMk id="1166" creationId="{87B1DD8A-BD30-FABD-79B6-975CD592C36E}"/>
          </ac:cxnSpMkLst>
        </pc:cxnChg>
        <pc:cxnChg chg="add mod">
          <ac:chgData name="최예림" userId="ff3d0bb2-a3bb-49ba-8d95-f25fd2d39f88" providerId="ADAL" clId="{8C60D3FD-459C-4E6E-B52F-CEB2F886AD09}" dt="2025-11-14T06:16:39.536" v="1903" actId="571"/>
          <ac:cxnSpMkLst>
            <pc:docMk/>
            <pc:sldMk cId="3054353694" sldId="258"/>
            <ac:cxnSpMk id="1170" creationId="{DA64159E-6A41-FCB2-654A-97E4CBEF4D1B}"/>
          </ac:cxnSpMkLst>
        </pc:cxnChg>
        <pc:cxnChg chg="add mod">
          <ac:chgData name="최예림" userId="ff3d0bb2-a3bb-49ba-8d95-f25fd2d39f88" providerId="ADAL" clId="{8C60D3FD-459C-4E6E-B52F-CEB2F886AD09}" dt="2025-11-14T06:16:52.041" v="1906" actId="1076"/>
          <ac:cxnSpMkLst>
            <pc:docMk/>
            <pc:sldMk cId="3054353694" sldId="258"/>
            <ac:cxnSpMk id="1172" creationId="{B8D418B4-303E-B73F-4EAD-D23D6262B6BB}"/>
          </ac:cxnSpMkLst>
        </pc:cxnChg>
        <pc:cxnChg chg="add del mod">
          <ac:chgData name="최예림" userId="ff3d0bb2-a3bb-49ba-8d95-f25fd2d39f88" providerId="ADAL" clId="{8C60D3FD-459C-4E6E-B52F-CEB2F886AD09}" dt="2025-11-14T06:20:33.540" v="2148" actId="1076"/>
          <ac:cxnSpMkLst>
            <pc:docMk/>
            <pc:sldMk cId="3054353694" sldId="258"/>
            <ac:cxnSpMk id="1174" creationId="{7ED7B6EC-0AB4-AD9C-E32F-C7A17DF2DAF6}"/>
          </ac:cxnSpMkLst>
        </pc:cxnChg>
        <pc:cxnChg chg="add mod">
          <ac:chgData name="최예림" userId="ff3d0bb2-a3bb-49ba-8d95-f25fd2d39f88" providerId="ADAL" clId="{8C60D3FD-459C-4E6E-B52F-CEB2F886AD09}" dt="2025-11-14T06:19:26.096" v="1996" actId="571"/>
          <ac:cxnSpMkLst>
            <pc:docMk/>
            <pc:sldMk cId="3054353694" sldId="258"/>
            <ac:cxnSpMk id="1186" creationId="{51676ABD-C508-09A3-F81B-D73851DEDB48}"/>
          </ac:cxnSpMkLst>
        </pc:cxnChg>
        <pc:cxnChg chg="add del mod">
          <ac:chgData name="최예림" userId="ff3d0bb2-a3bb-49ba-8d95-f25fd2d39f88" providerId="ADAL" clId="{8C60D3FD-459C-4E6E-B52F-CEB2F886AD09}" dt="2025-11-14T06:32:15.476" v="2994" actId="478"/>
          <ac:cxnSpMkLst>
            <pc:docMk/>
            <pc:sldMk cId="3054353694" sldId="258"/>
            <ac:cxnSpMk id="1194" creationId="{44412A2D-F5C2-488F-347C-E2771BE8FEE3}"/>
          </ac:cxnSpMkLst>
        </pc:cxnChg>
        <pc:cxnChg chg="add mod ord">
          <ac:chgData name="최예림" userId="ff3d0bb2-a3bb-49ba-8d95-f25fd2d39f88" providerId="ADAL" clId="{8C60D3FD-459C-4E6E-B52F-CEB2F886AD09}" dt="2025-11-14T06:25:28.622" v="2394" actId="167"/>
          <ac:cxnSpMkLst>
            <pc:docMk/>
            <pc:sldMk cId="3054353694" sldId="258"/>
            <ac:cxnSpMk id="1211" creationId="{CAF6EBA3-6402-FBE9-3320-2A5E5E4E7A51}"/>
          </ac:cxnSpMkLst>
        </pc:cxnChg>
        <pc:cxnChg chg="add mod">
          <ac:chgData name="최예림" userId="ff3d0bb2-a3bb-49ba-8d95-f25fd2d39f88" providerId="ADAL" clId="{8C60D3FD-459C-4E6E-B52F-CEB2F886AD09}" dt="2025-11-14T06:27:25.720" v="2646" actId="571"/>
          <ac:cxnSpMkLst>
            <pc:docMk/>
            <pc:sldMk cId="3054353694" sldId="258"/>
            <ac:cxnSpMk id="1212" creationId="{4CF4EF45-A66E-F246-D6A4-32FBE609E697}"/>
          </ac:cxnSpMkLst>
        </pc:cxnChg>
        <pc:cxnChg chg="add mod">
          <ac:chgData name="최예림" userId="ff3d0bb2-a3bb-49ba-8d95-f25fd2d39f88" providerId="ADAL" clId="{8C60D3FD-459C-4E6E-B52F-CEB2F886AD09}" dt="2025-11-14T06:31:22.272" v="2933" actId="571"/>
          <ac:cxnSpMkLst>
            <pc:docMk/>
            <pc:sldMk cId="3054353694" sldId="258"/>
            <ac:cxnSpMk id="1220" creationId="{D2F522C3-8F28-0F4E-6F89-A063931AE051}"/>
          </ac:cxnSpMkLst>
        </pc:cxnChg>
        <pc:cxnChg chg="add del mod">
          <ac:chgData name="최예림" userId="ff3d0bb2-a3bb-49ba-8d95-f25fd2d39f88" providerId="ADAL" clId="{8C60D3FD-459C-4E6E-B52F-CEB2F886AD09}" dt="2025-11-14T06:31:54.156" v="2990" actId="478"/>
          <ac:cxnSpMkLst>
            <pc:docMk/>
            <pc:sldMk cId="3054353694" sldId="258"/>
            <ac:cxnSpMk id="1224" creationId="{6A0E201F-8052-63D0-BB3B-7B9654A99EF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7C7CE-30B1-EB10-1FA8-BF053B862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0FC463-1712-8E40-82F9-D1DD692F6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ACB6B9-4413-3F11-BA02-4D2CFA92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5A39-EDF1-470F-B726-0BFB6795DF9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97F8D9-1077-63E3-DD2B-7CD1B1858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F1DA51-BA19-9E74-AFF1-8B1D063F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805F-ED93-4352-8768-4E7428A83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69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D9412E-9C4F-6A56-6467-7B35E7C0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4FE30C-AA05-E97D-E322-D67862F45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C74C44-6555-5957-7797-8E1960C5F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5A39-EDF1-470F-B726-0BFB6795DF9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CE479B-6CCF-48C7-37D3-D79FA84E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8BFB5E-40B6-2743-30C1-E8B4DAA64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805F-ED93-4352-8768-4E7428A83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98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4FB86-FBC1-1044-1B44-10505F4C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C1A418-EF0F-260F-D6F4-C5D58E2EE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6573D0-6273-5542-078C-C5DB31DCC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5A39-EDF1-470F-B726-0BFB6795DF9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3A025-6C16-E9F4-2113-EBD0DC190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4987CB-DFEF-6F9A-F6D6-4B1291A32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805F-ED93-4352-8768-4E7428A83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346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36B94-51A9-0576-09C4-11E38657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2047C-0D5C-7BBC-9120-C953923EB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51CCD0-C4B4-C898-01F9-B91878BCA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786C0D-7FF2-A2C1-4824-7B87E601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5A39-EDF1-470F-B726-0BFB6795DF9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EC9121-32E0-5870-ABA9-C3181E2C4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05CF9F-0B58-87BB-49BF-30987CC4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805F-ED93-4352-8768-4E7428A83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213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73901-F2D2-F3D2-C406-EE9E15EA6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8A8921-06B8-B745-AB89-81AF39EDB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49EEC6-C8B1-C3F9-D9C4-07E7D2099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BD3EEA-1DFC-B849-76F5-6F1D78602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7C26C7-8E89-6D8A-891A-E47036D79F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AE241F-E8B1-6C5A-287F-F19A39CCE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5A39-EDF1-470F-B726-0BFB6795DF9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C0DA0DB-38EA-7E71-EA37-D166626B1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7F3EC6-4EC0-AE87-47CA-07EA89A2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805F-ED93-4352-8768-4E7428A83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15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B7D70-D3BC-35AF-F235-595774C7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3B8316-AFB5-4B48-8DFF-F69DAEDC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5A39-EDF1-470F-B726-0BFB6795DF9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2077A6-9471-F0BE-3A6A-CC56EAEAE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FC3EA4-AF15-A8C6-CAFA-4157A16C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805F-ED93-4352-8768-4E7428A83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52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2CD586-037F-711E-F7D1-064222F4F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5A39-EDF1-470F-B726-0BFB6795DF9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3D793AE-F7D5-9228-D48D-B5834CBA7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87D7BD-BEFA-1D9A-FBC6-E8DE178D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805F-ED93-4352-8768-4E7428A83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37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C1F36-6DBE-E50C-441F-B57164F5A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0BDE71-DBE1-6056-1CB4-867F8A3D4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768253-4F0E-019E-C000-96EEB37DB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43A6A2-8E96-135C-F6DD-6C99B4D6C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5A39-EDF1-470F-B726-0BFB6795DF9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E6D66C-4B7E-D124-BD6C-1751A8D2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BB259D-B189-D6E7-4802-55DF43ABF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805F-ED93-4352-8768-4E7428A83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25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63A504-60D4-5F72-2068-7C7F8793C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BC53A9-6532-D898-255D-4A616EC01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240DE2-515D-68CF-7D30-AC8E8A754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987A9F-8A60-C94A-34EF-D5C5BEA5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5A39-EDF1-470F-B726-0BFB6795DF9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22ECE-A526-8435-47E2-FF08DA52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1A62F3-D6EA-B1D2-EB1B-280A06CC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805F-ED93-4352-8768-4E7428A83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532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EA961-3521-F817-D36D-C622E0BF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6D693C-1280-4473-EF13-0B264E49D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528A95-25D3-E28C-01BB-D2A427B8C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5A39-EDF1-470F-B726-0BFB6795DF9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4D06BA-0FBE-EC95-A1A4-35063792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5734FB-0B8F-50E5-27B0-3BFB5056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805F-ED93-4352-8768-4E7428A83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61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5F4C25-B113-0E75-E5F6-D29E2B429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00C3FC-3D8A-D0FB-BC53-ED8C6E9B6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3B942-B09C-1932-6DEA-1625343F0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E5A39-EDF1-470F-B726-0BFB6795DF9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8CCB78-00C0-A7B9-11F5-EB45437E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EF0677-AA24-74D9-D2CE-373B0F691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A805F-ED93-4352-8768-4E7428A83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870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9B0C17-56F1-F3CC-F6A4-08447658A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46A878-2680-2281-3E96-95DD5690D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1946D-F1E3-9042-5E44-BF86CE54F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E5A39-EDF1-470F-B726-0BFB6795DF9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B77651-EDD2-561F-02A3-E21F894A5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C36662-FC0A-075A-C956-79D041BD8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A805F-ED93-4352-8768-4E7428A83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16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사각형: 둥근 모서리 1197">
            <a:extLst>
              <a:ext uri="{FF2B5EF4-FFF2-40B4-BE49-F238E27FC236}">
                <a16:creationId xmlns:a16="http://schemas.microsoft.com/office/drawing/2014/main" id="{BB75DB62-53C1-9AA7-802D-2798F30E551D}"/>
              </a:ext>
            </a:extLst>
          </p:cNvPr>
          <p:cNvSpPr/>
          <p:nvPr/>
        </p:nvSpPr>
        <p:spPr>
          <a:xfrm>
            <a:off x="-1804762" y="2756854"/>
            <a:ext cx="11307081" cy="4424781"/>
          </a:xfrm>
          <a:prstGeom prst="roundRect">
            <a:avLst>
              <a:gd name="adj" fmla="val 4585"/>
            </a:avLst>
          </a:prstGeom>
          <a:solidFill>
            <a:srgbClr val="ECFAFB"/>
          </a:solidFill>
          <a:ln>
            <a:solidFill>
              <a:srgbClr val="41CE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10" name="직사각형 1209">
            <a:extLst>
              <a:ext uri="{FF2B5EF4-FFF2-40B4-BE49-F238E27FC236}">
                <a16:creationId xmlns:a16="http://schemas.microsoft.com/office/drawing/2014/main" id="{E538E67A-30C6-F49F-FBAE-9F9D79D1FA59}"/>
              </a:ext>
            </a:extLst>
          </p:cNvPr>
          <p:cNvSpPr/>
          <p:nvPr/>
        </p:nvSpPr>
        <p:spPr>
          <a:xfrm>
            <a:off x="-1786136" y="3977686"/>
            <a:ext cx="11288456" cy="1112272"/>
          </a:xfrm>
          <a:prstGeom prst="rect">
            <a:avLst/>
          </a:prstGeom>
          <a:gradFill flip="none" rotWithShape="1">
            <a:gsLst>
              <a:gs pos="0">
                <a:srgbClr val="41CED4"/>
              </a:gs>
              <a:gs pos="100000">
                <a:srgbClr val="D0EFF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1" name="직선 화살표 연결선 1210">
            <a:extLst>
              <a:ext uri="{FF2B5EF4-FFF2-40B4-BE49-F238E27FC236}">
                <a16:creationId xmlns:a16="http://schemas.microsoft.com/office/drawing/2014/main" id="{CAF6EBA3-6402-FBE9-3320-2A5E5E4E7A51}"/>
              </a:ext>
            </a:extLst>
          </p:cNvPr>
          <p:cNvCxnSpPr/>
          <p:nvPr/>
        </p:nvCxnSpPr>
        <p:spPr>
          <a:xfrm>
            <a:off x="784946" y="4529760"/>
            <a:ext cx="4383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5" name="사각형: 둥근 모서리 1074">
            <a:extLst>
              <a:ext uri="{FF2B5EF4-FFF2-40B4-BE49-F238E27FC236}">
                <a16:creationId xmlns:a16="http://schemas.microsoft.com/office/drawing/2014/main" id="{F185A393-8850-AA33-F7C7-6B60AD2BD83A}"/>
              </a:ext>
            </a:extLst>
          </p:cNvPr>
          <p:cNvSpPr/>
          <p:nvPr/>
        </p:nvSpPr>
        <p:spPr>
          <a:xfrm>
            <a:off x="-1786137" y="-1915963"/>
            <a:ext cx="18722473" cy="4181703"/>
          </a:xfrm>
          <a:prstGeom prst="roundRect">
            <a:avLst>
              <a:gd name="adj" fmla="val 4585"/>
            </a:avLst>
          </a:prstGeom>
          <a:solidFill>
            <a:srgbClr val="FFF6EF"/>
          </a:solidFill>
          <a:ln>
            <a:solidFill>
              <a:srgbClr val="FE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08" name="직사각형 1107">
            <a:extLst>
              <a:ext uri="{FF2B5EF4-FFF2-40B4-BE49-F238E27FC236}">
                <a16:creationId xmlns:a16="http://schemas.microsoft.com/office/drawing/2014/main" id="{5415E368-ECFA-8708-1199-740072318B58}"/>
              </a:ext>
            </a:extLst>
          </p:cNvPr>
          <p:cNvSpPr/>
          <p:nvPr/>
        </p:nvSpPr>
        <p:spPr>
          <a:xfrm>
            <a:off x="-1786137" y="-1061198"/>
            <a:ext cx="18722473" cy="1112272"/>
          </a:xfrm>
          <a:prstGeom prst="rect">
            <a:avLst/>
          </a:prstGeom>
          <a:gradFill flip="none" rotWithShape="1">
            <a:gsLst>
              <a:gs pos="0">
                <a:srgbClr val="FEAA5A"/>
              </a:gs>
              <a:gs pos="100000">
                <a:srgbClr val="FFDE7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4" name="직사각형 1123">
            <a:extLst>
              <a:ext uri="{FF2B5EF4-FFF2-40B4-BE49-F238E27FC236}">
                <a16:creationId xmlns:a16="http://schemas.microsoft.com/office/drawing/2014/main" id="{BC74C482-AC5F-F986-2AC0-088EBA847CCA}"/>
              </a:ext>
            </a:extLst>
          </p:cNvPr>
          <p:cNvSpPr/>
          <p:nvPr/>
        </p:nvSpPr>
        <p:spPr>
          <a:xfrm>
            <a:off x="4421881" y="583541"/>
            <a:ext cx="9040368" cy="1112272"/>
          </a:xfrm>
          <a:prstGeom prst="rect">
            <a:avLst/>
          </a:prstGeom>
          <a:solidFill>
            <a:srgbClr val="FEC4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0890DB19-45B5-161B-08E7-B36771399D71}"/>
              </a:ext>
            </a:extLst>
          </p:cNvPr>
          <p:cNvSpPr txBox="1"/>
          <p:nvPr/>
        </p:nvSpPr>
        <p:spPr>
          <a:xfrm>
            <a:off x="-1526800" y="-1766644"/>
            <a:ext cx="3273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EAA5A"/>
                </a:solidFill>
              </a:rPr>
              <a:t>Section Processing Detail</a:t>
            </a:r>
            <a:endParaRPr lang="ko-KR" altLang="en-US" sz="2000" b="1" dirty="0">
              <a:solidFill>
                <a:srgbClr val="FEAA5A"/>
              </a:solidFill>
            </a:endParaRPr>
          </a:p>
        </p:txBody>
      </p:sp>
      <p:sp>
        <p:nvSpPr>
          <p:cNvPr id="1077" name="사각형: 둥근 모서리 1076">
            <a:extLst>
              <a:ext uri="{FF2B5EF4-FFF2-40B4-BE49-F238E27FC236}">
                <a16:creationId xmlns:a16="http://schemas.microsoft.com/office/drawing/2014/main" id="{61DA1B1C-7E5E-9EBC-452F-F33C427BF3C6}"/>
              </a:ext>
            </a:extLst>
          </p:cNvPr>
          <p:cNvSpPr/>
          <p:nvPr/>
        </p:nvSpPr>
        <p:spPr>
          <a:xfrm>
            <a:off x="-1594630" y="-1308555"/>
            <a:ext cx="2379576" cy="1598861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9AFE6AEA-D6DA-3C4D-B7A7-87CE5F4A2668}"/>
              </a:ext>
            </a:extLst>
          </p:cNvPr>
          <p:cNvSpPr txBox="1"/>
          <p:nvPr/>
        </p:nvSpPr>
        <p:spPr>
          <a:xfrm>
            <a:off x="-1428743" y="-1106281"/>
            <a:ext cx="2047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EAA5A"/>
                </a:solidFill>
              </a:rPr>
              <a:t>Problem number</a:t>
            </a:r>
            <a:endParaRPr lang="ko-KR" altLang="en-US" b="1" dirty="0">
              <a:solidFill>
                <a:srgbClr val="FEAA5A"/>
              </a:solidFill>
            </a:endParaRP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3C9AB04-C7A5-388E-3B16-83D036443027}"/>
              </a:ext>
            </a:extLst>
          </p:cNvPr>
          <p:cNvSpPr txBox="1"/>
          <p:nvPr/>
        </p:nvSpPr>
        <p:spPr>
          <a:xfrm>
            <a:off x="-1493602" y="-608216"/>
            <a:ext cx="21775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Get </a:t>
            </a:r>
            <a:r>
              <a:rPr lang="en-US" altLang="ko-KR" sz="1600" dirty="0" err="1"/>
              <a:t>problem_number</a:t>
            </a:r>
            <a:endParaRPr lang="en-US" altLang="ko-KR" sz="1600" dirty="0"/>
          </a:p>
          <a:p>
            <a:pPr algn="ctr"/>
            <a:r>
              <a:rPr lang="en-US" altLang="ko-KR" sz="1600" dirty="0"/>
              <a:t>from input image</a:t>
            </a:r>
            <a:endParaRPr lang="ko-KR" altLang="en-US" sz="1600" dirty="0"/>
          </a:p>
        </p:txBody>
      </p:sp>
      <p:sp>
        <p:nvSpPr>
          <p:cNvPr id="1080" name="사각형: 둥근 모서리 1079">
            <a:extLst>
              <a:ext uri="{FF2B5EF4-FFF2-40B4-BE49-F238E27FC236}">
                <a16:creationId xmlns:a16="http://schemas.microsoft.com/office/drawing/2014/main" id="{B176595C-6C0A-F153-45EE-A05B2255C103}"/>
              </a:ext>
            </a:extLst>
          </p:cNvPr>
          <p:cNvSpPr/>
          <p:nvPr/>
        </p:nvSpPr>
        <p:spPr>
          <a:xfrm>
            <a:off x="1223282" y="-1308555"/>
            <a:ext cx="2379576" cy="1598861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93ABA999-1D50-4763-39D1-F8FA5C1F2025}"/>
              </a:ext>
            </a:extLst>
          </p:cNvPr>
          <p:cNvSpPr txBox="1"/>
          <p:nvPr/>
        </p:nvSpPr>
        <p:spPr>
          <a:xfrm>
            <a:off x="1343419" y="-1106281"/>
            <a:ext cx="213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EAA5A"/>
                </a:solidFill>
              </a:rPr>
              <a:t>Is answer_2 exist?</a:t>
            </a:r>
            <a:endParaRPr lang="ko-KR" altLang="en-US" b="1" dirty="0">
              <a:solidFill>
                <a:srgbClr val="FEAA5A"/>
              </a:solidFill>
            </a:endParaRP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F890F65C-821F-3E3A-7874-2E67F7DADC4D}"/>
              </a:ext>
            </a:extLst>
          </p:cNvPr>
          <p:cNvSpPr txBox="1"/>
          <p:nvPr/>
        </p:nvSpPr>
        <p:spPr>
          <a:xfrm>
            <a:off x="1253533" y="-608216"/>
            <a:ext cx="2319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answer_2 takes</a:t>
            </a:r>
          </a:p>
          <a:p>
            <a:pPr algn="ctr"/>
            <a:r>
              <a:rPr lang="en-US" altLang="ko-KR" sz="1600" dirty="0"/>
              <a:t>priority over answer_1</a:t>
            </a:r>
            <a:endParaRPr lang="ko-KR" altLang="en-US" sz="1600" dirty="0"/>
          </a:p>
        </p:txBody>
      </p:sp>
      <p:sp>
        <p:nvSpPr>
          <p:cNvPr id="1083" name="사각형: 둥근 모서리 1082">
            <a:extLst>
              <a:ext uri="{FF2B5EF4-FFF2-40B4-BE49-F238E27FC236}">
                <a16:creationId xmlns:a16="http://schemas.microsoft.com/office/drawing/2014/main" id="{EF5EC96A-B7FC-742F-14B4-AAD23A641383}"/>
              </a:ext>
            </a:extLst>
          </p:cNvPr>
          <p:cNvSpPr/>
          <p:nvPr/>
        </p:nvSpPr>
        <p:spPr>
          <a:xfrm>
            <a:off x="-1594631" y="374316"/>
            <a:ext cx="2379576" cy="562935"/>
          </a:xfrm>
          <a:prstGeom prst="roundRect">
            <a:avLst>
              <a:gd name="adj" fmla="val 20064"/>
            </a:avLst>
          </a:prstGeom>
          <a:solidFill>
            <a:srgbClr val="FEAA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E4411F76-F908-EDF3-A39C-3D75E79B85DB}"/>
              </a:ext>
            </a:extLst>
          </p:cNvPr>
          <p:cNvSpPr txBox="1"/>
          <p:nvPr/>
        </p:nvSpPr>
        <p:spPr>
          <a:xfrm>
            <a:off x="-957399" y="491636"/>
            <a:ext cx="1105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YOLOv8s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92" name="사각형: 둥근 모서리 1091">
            <a:extLst>
              <a:ext uri="{FF2B5EF4-FFF2-40B4-BE49-F238E27FC236}">
                <a16:creationId xmlns:a16="http://schemas.microsoft.com/office/drawing/2014/main" id="{FDEB1E1B-624F-8BD2-A5DC-EB1A4894BA13}"/>
              </a:ext>
            </a:extLst>
          </p:cNvPr>
          <p:cNvSpPr/>
          <p:nvPr/>
        </p:nvSpPr>
        <p:spPr>
          <a:xfrm>
            <a:off x="5230982" y="-1308555"/>
            <a:ext cx="2379576" cy="1598861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3429C40A-62B1-D392-784B-47B3BC68EEEE}"/>
              </a:ext>
            </a:extLst>
          </p:cNvPr>
          <p:cNvSpPr txBox="1"/>
          <p:nvPr/>
        </p:nvSpPr>
        <p:spPr>
          <a:xfrm>
            <a:off x="5825673" y="-1106281"/>
            <a:ext cx="1190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EAA5A"/>
                </a:solidFill>
              </a:rPr>
              <a:t>answer_1</a:t>
            </a:r>
            <a:endParaRPr lang="ko-KR" altLang="en-US" b="1" dirty="0">
              <a:solidFill>
                <a:srgbClr val="FEAA5A"/>
              </a:solidFill>
            </a:endParaRP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665B1B19-7C06-4328-F652-FF1E519AE3B3}"/>
              </a:ext>
            </a:extLst>
          </p:cNvPr>
          <p:cNvSpPr txBox="1"/>
          <p:nvPr/>
        </p:nvSpPr>
        <p:spPr>
          <a:xfrm>
            <a:off x="5648354" y="-608216"/>
            <a:ext cx="15448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Get answer</a:t>
            </a:r>
          </a:p>
          <a:p>
            <a:pPr algn="ctr"/>
            <a:r>
              <a:rPr lang="en-US" altLang="ko-KR" sz="1600" dirty="0"/>
              <a:t>from answer_1</a:t>
            </a:r>
            <a:endParaRPr lang="ko-KR" altLang="en-US" sz="1600" dirty="0"/>
          </a:p>
        </p:txBody>
      </p:sp>
      <p:sp>
        <p:nvSpPr>
          <p:cNvPr id="1095" name="사각형: 둥근 모서리 1094">
            <a:extLst>
              <a:ext uri="{FF2B5EF4-FFF2-40B4-BE49-F238E27FC236}">
                <a16:creationId xmlns:a16="http://schemas.microsoft.com/office/drawing/2014/main" id="{28019FED-05DC-9BE0-E744-124A9D8D92F4}"/>
              </a:ext>
            </a:extLst>
          </p:cNvPr>
          <p:cNvSpPr/>
          <p:nvPr/>
        </p:nvSpPr>
        <p:spPr>
          <a:xfrm>
            <a:off x="7675454" y="-1313252"/>
            <a:ext cx="4863928" cy="759501"/>
          </a:xfrm>
          <a:prstGeom prst="roundRect">
            <a:avLst>
              <a:gd name="adj" fmla="val 11369"/>
            </a:avLst>
          </a:prstGeom>
          <a:solidFill>
            <a:schemeClr val="bg1"/>
          </a:solidFill>
          <a:ln>
            <a:solidFill>
              <a:srgbClr val="FE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E2106527-15DE-A361-0ED0-AD48AD75F54F}"/>
              </a:ext>
            </a:extLst>
          </p:cNvPr>
          <p:cNvSpPr txBox="1"/>
          <p:nvPr/>
        </p:nvSpPr>
        <p:spPr>
          <a:xfrm>
            <a:off x="9520945" y="-1275941"/>
            <a:ext cx="115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EAA5A"/>
                </a:solidFill>
              </a:rPr>
              <a:t>YOLOv8s</a:t>
            </a:r>
            <a:endParaRPr lang="ko-KR" altLang="en-US" b="1" dirty="0">
              <a:solidFill>
                <a:srgbClr val="FEAA5A"/>
              </a:solidFill>
            </a:endParaRPr>
          </a:p>
        </p:txBody>
      </p:sp>
      <p:cxnSp>
        <p:nvCxnSpPr>
          <p:cNvPr id="1097" name="직선 화살표 연결선 1096">
            <a:extLst>
              <a:ext uri="{FF2B5EF4-FFF2-40B4-BE49-F238E27FC236}">
                <a16:creationId xmlns:a16="http://schemas.microsoft.com/office/drawing/2014/main" id="{CC3FCF1B-1029-DAAF-C0E8-FFBF003F905B}"/>
              </a:ext>
            </a:extLst>
          </p:cNvPr>
          <p:cNvCxnSpPr>
            <a:stCxn id="1077" idx="3"/>
            <a:endCxn id="1080" idx="1"/>
          </p:cNvCxnSpPr>
          <p:nvPr/>
        </p:nvCxnSpPr>
        <p:spPr>
          <a:xfrm>
            <a:off x="784946" y="-509124"/>
            <a:ext cx="4383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0" name="사각형: 둥근 모서리 1099">
            <a:extLst>
              <a:ext uri="{FF2B5EF4-FFF2-40B4-BE49-F238E27FC236}">
                <a16:creationId xmlns:a16="http://schemas.microsoft.com/office/drawing/2014/main" id="{FFBC2B69-3B84-16B8-3ACF-56BEFF61470D}"/>
              </a:ext>
            </a:extLst>
          </p:cNvPr>
          <p:cNvSpPr/>
          <p:nvPr/>
        </p:nvSpPr>
        <p:spPr>
          <a:xfrm>
            <a:off x="-1594631" y="1000032"/>
            <a:ext cx="2379576" cy="562935"/>
          </a:xfrm>
          <a:prstGeom prst="roundRect">
            <a:avLst>
              <a:gd name="adj" fmla="val 20064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FBD7FEEC-8F73-C83F-5219-BF0048EAFAD4}"/>
              </a:ext>
            </a:extLst>
          </p:cNvPr>
          <p:cNvSpPr txBox="1"/>
          <p:nvPr/>
        </p:nvSpPr>
        <p:spPr>
          <a:xfrm>
            <a:off x="-729612" y="1117352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OCR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15" name="사각형: 둥근 모서리 1114">
            <a:extLst>
              <a:ext uri="{FF2B5EF4-FFF2-40B4-BE49-F238E27FC236}">
                <a16:creationId xmlns:a16="http://schemas.microsoft.com/office/drawing/2014/main" id="{48A00C62-A004-BEEB-5AA9-75B61F5C26DF}"/>
              </a:ext>
            </a:extLst>
          </p:cNvPr>
          <p:cNvSpPr/>
          <p:nvPr/>
        </p:nvSpPr>
        <p:spPr>
          <a:xfrm>
            <a:off x="5230982" y="374316"/>
            <a:ext cx="2379576" cy="1598861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AE940B3A-5732-C528-A1E0-A54C322B3A02}"/>
              </a:ext>
            </a:extLst>
          </p:cNvPr>
          <p:cNvSpPr txBox="1"/>
          <p:nvPr/>
        </p:nvSpPr>
        <p:spPr>
          <a:xfrm>
            <a:off x="5825673" y="576590"/>
            <a:ext cx="1190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EAA5A"/>
                </a:solidFill>
              </a:rPr>
              <a:t>answer_2</a:t>
            </a:r>
            <a:endParaRPr lang="ko-KR" altLang="en-US" b="1" dirty="0">
              <a:solidFill>
                <a:srgbClr val="FEAA5A"/>
              </a:solidFill>
            </a:endParaRP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FB63A6AA-7DAE-957D-3252-FF8E95847F4C}"/>
              </a:ext>
            </a:extLst>
          </p:cNvPr>
          <p:cNvSpPr txBox="1"/>
          <p:nvPr/>
        </p:nvSpPr>
        <p:spPr>
          <a:xfrm>
            <a:off x="5647100" y="1074655"/>
            <a:ext cx="1547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Get answer</a:t>
            </a:r>
          </a:p>
          <a:p>
            <a:pPr algn="ctr"/>
            <a:r>
              <a:rPr lang="en-US" altLang="ko-KR" sz="1600" dirty="0"/>
              <a:t>form answer_2</a:t>
            </a:r>
            <a:endParaRPr lang="ko-KR" altLang="en-US" sz="1600" dirty="0"/>
          </a:p>
        </p:txBody>
      </p:sp>
      <p:sp>
        <p:nvSpPr>
          <p:cNvPr id="1125" name="사각형: 둥근 모서리 1124">
            <a:extLst>
              <a:ext uri="{FF2B5EF4-FFF2-40B4-BE49-F238E27FC236}">
                <a16:creationId xmlns:a16="http://schemas.microsoft.com/office/drawing/2014/main" id="{024BE990-F1ED-285D-0A0E-7205CD322637}"/>
              </a:ext>
            </a:extLst>
          </p:cNvPr>
          <p:cNvSpPr/>
          <p:nvPr/>
        </p:nvSpPr>
        <p:spPr>
          <a:xfrm rot="5400000">
            <a:off x="2982195" y="123652"/>
            <a:ext cx="2351038" cy="793276"/>
          </a:xfrm>
          <a:prstGeom prst="roundRect">
            <a:avLst/>
          </a:prstGeom>
          <a:solidFill>
            <a:srgbClr val="FFC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8" name="직선 화살표 연결선 1097">
            <a:extLst>
              <a:ext uri="{FF2B5EF4-FFF2-40B4-BE49-F238E27FC236}">
                <a16:creationId xmlns:a16="http://schemas.microsoft.com/office/drawing/2014/main" id="{B41561E8-C682-CB33-96A1-EAFD8A46A13E}"/>
              </a:ext>
            </a:extLst>
          </p:cNvPr>
          <p:cNvCxnSpPr>
            <a:cxnSpLocks/>
            <a:stCxn id="1080" idx="3"/>
            <a:endCxn id="1092" idx="1"/>
          </p:cNvCxnSpPr>
          <p:nvPr/>
        </p:nvCxnSpPr>
        <p:spPr>
          <a:xfrm>
            <a:off x="3602858" y="-509124"/>
            <a:ext cx="162812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TextBox 1108">
            <a:extLst>
              <a:ext uri="{FF2B5EF4-FFF2-40B4-BE49-F238E27FC236}">
                <a16:creationId xmlns:a16="http://schemas.microsoft.com/office/drawing/2014/main" id="{B6A3DEF8-1140-A6B9-3C5A-23E957F21CE0}"/>
              </a:ext>
            </a:extLst>
          </p:cNvPr>
          <p:cNvSpPr txBox="1"/>
          <p:nvPr/>
        </p:nvSpPr>
        <p:spPr>
          <a:xfrm>
            <a:off x="4428998" y="-829627"/>
            <a:ext cx="4651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No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cxnSp>
        <p:nvCxnSpPr>
          <p:cNvPr id="1123" name="연결선: 꺾임 1122">
            <a:extLst>
              <a:ext uri="{FF2B5EF4-FFF2-40B4-BE49-F238E27FC236}">
                <a16:creationId xmlns:a16="http://schemas.microsoft.com/office/drawing/2014/main" id="{D24C0FF0-35AF-12BE-B22D-EC8BF587C5EF}"/>
              </a:ext>
            </a:extLst>
          </p:cNvPr>
          <p:cNvCxnSpPr>
            <a:cxnSpLocks/>
            <a:endCxn id="1115" idx="1"/>
          </p:cNvCxnSpPr>
          <p:nvPr/>
        </p:nvCxnSpPr>
        <p:spPr>
          <a:xfrm rot="16200000" flipH="1">
            <a:off x="3886198" y="-171038"/>
            <a:ext cx="1612679" cy="1076890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7" name="TextBox 1126">
            <a:extLst>
              <a:ext uri="{FF2B5EF4-FFF2-40B4-BE49-F238E27FC236}">
                <a16:creationId xmlns:a16="http://schemas.microsoft.com/office/drawing/2014/main" id="{B2CDE80B-E6D0-B342-FA0A-927D639C4F83}"/>
              </a:ext>
            </a:extLst>
          </p:cNvPr>
          <p:cNvSpPr txBox="1"/>
          <p:nvPr/>
        </p:nvSpPr>
        <p:spPr>
          <a:xfrm>
            <a:off x="4421881" y="860968"/>
            <a:ext cx="4794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Yes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132" name="사각형: 둥근 모서리 1131">
            <a:extLst>
              <a:ext uri="{FF2B5EF4-FFF2-40B4-BE49-F238E27FC236}">
                <a16:creationId xmlns:a16="http://schemas.microsoft.com/office/drawing/2014/main" id="{EE266F22-FB9D-F32A-0F14-5B658E17FDE0}"/>
              </a:ext>
            </a:extLst>
          </p:cNvPr>
          <p:cNvSpPr/>
          <p:nvPr/>
        </p:nvSpPr>
        <p:spPr>
          <a:xfrm>
            <a:off x="7675454" y="-463875"/>
            <a:ext cx="2379576" cy="759501"/>
          </a:xfrm>
          <a:prstGeom prst="roundRect">
            <a:avLst>
              <a:gd name="adj" fmla="val 11369"/>
            </a:avLst>
          </a:prstGeom>
          <a:solidFill>
            <a:schemeClr val="bg1"/>
          </a:solidFill>
          <a:ln>
            <a:solidFill>
              <a:srgbClr val="FE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CB1327E9-F4BE-0C07-C290-C7CD8A44B3A4}"/>
              </a:ext>
            </a:extLst>
          </p:cNvPr>
          <p:cNvSpPr txBox="1"/>
          <p:nvPr/>
        </p:nvSpPr>
        <p:spPr>
          <a:xfrm>
            <a:off x="8288642" y="-426564"/>
            <a:ext cx="115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EAA5A"/>
                </a:solidFill>
              </a:rPr>
              <a:t>YOLOv8s</a:t>
            </a:r>
            <a:endParaRPr lang="ko-KR" altLang="en-US" b="1" dirty="0">
              <a:solidFill>
                <a:srgbClr val="FEAA5A"/>
              </a:solidFill>
            </a:endParaRPr>
          </a:p>
        </p:txBody>
      </p:sp>
      <p:sp>
        <p:nvSpPr>
          <p:cNvPr id="1136" name="사각형: 둥근 모서리 1135">
            <a:extLst>
              <a:ext uri="{FF2B5EF4-FFF2-40B4-BE49-F238E27FC236}">
                <a16:creationId xmlns:a16="http://schemas.microsoft.com/office/drawing/2014/main" id="{A3BE9437-A41E-3FCF-0502-F3480F474413}"/>
              </a:ext>
            </a:extLst>
          </p:cNvPr>
          <p:cNvSpPr/>
          <p:nvPr/>
        </p:nvSpPr>
        <p:spPr>
          <a:xfrm>
            <a:off x="10154393" y="-463875"/>
            <a:ext cx="2379576" cy="759501"/>
          </a:xfrm>
          <a:prstGeom prst="roundRect">
            <a:avLst>
              <a:gd name="adj" fmla="val 11369"/>
            </a:avLst>
          </a:prstGeom>
          <a:solidFill>
            <a:schemeClr val="bg1"/>
          </a:solidFill>
          <a:ln>
            <a:solidFill>
              <a:srgbClr val="EA7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6F17829A-12FA-35E3-2155-20AE7DA2BBFE}"/>
              </a:ext>
            </a:extLst>
          </p:cNvPr>
          <p:cNvSpPr txBox="1"/>
          <p:nvPr/>
        </p:nvSpPr>
        <p:spPr>
          <a:xfrm>
            <a:off x="10863056" y="-426564"/>
            <a:ext cx="962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EA7A42"/>
                </a:solidFill>
              </a:rPr>
              <a:t>ResNet</a:t>
            </a:r>
            <a:endParaRPr lang="ko-KR" altLang="en-US" b="1" dirty="0">
              <a:solidFill>
                <a:srgbClr val="EA7A42"/>
              </a:solidFill>
            </a:endParaRP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DA4F7014-8C0B-69A4-C8B5-660C3DF2C3AC}"/>
              </a:ext>
            </a:extLst>
          </p:cNvPr>
          <p:cNvSpPr txBox="1"/>
          <p:nvPr/>
        </p:nvSpPr>
        <p:spPr>
          <a:xfrm>
            <a:off x="7652553" y="-941212"/>
            <a:ext cx="48899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Compare coordinates</a:t>
            </a:r>
            <a:r>
              <a:rPr lang="ko-KR" altLang="en-US" sz="1600" dirty="0"/>
              <a:t> </a:t>
            </a:r>
            <a:r>
              <a:rPr lang="en-US" altLang="ko-KR" sz="1600" dirty="0"/>
              <a:t>of</a:t>
            </a:r>
            <a:r>
              <a:rPr lang="ko-KR" altLang="en-US" sz="1600" dirty="0"/>
              <a:t> </a:t>
            </a:r>
            <a:r>
              <a:rPr lang="en-US" altLang="ko-KR" sz="1600" dirty="0"/>
              <a:t>1, 2, 3, 4, 5 and answer_1</a:t>
            </a:r>
            <a:endParaRPr lang="ko-KR" altLang="en-US" sz="1600" dirty="0"/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AE968027-5DA8-C915-2D3C-054440F73654}"/>
              </a:ext>
            </a:extLst>
          </p:cNvPr>
          <p:cNvSpPr txBox="1"/>
          <p:nvPr/>
        </p:nvSpPr>
        <p:spPr>
          <a:xfrm>
            <a:off x="8089613" y="-83885"/>
            <a:ext cx="1551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Crop answer_1</a:t>
            </a:r>
            <a:endParaRPr lang="ko-KR" altLang="en-US" sz="1600" dirty="0"/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D8989550-B569-41FF-D122-2E5EC216792B}"/>
              </a:ext>
            </a:extLst>
          </p:cNvPr>
          <p:cNvSpPr txBox="1"/>
          <p:nvPr/>
        </p:nvSpPr>
        <p:spPr>
          <a:xfrm>
            <a:off x="10150005" y="-83885"/>
            <a:ext cx="23796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 answer_1 Classification</a:t>
            </a:r>
            <a:endParaRPr lang="ko-KR" altLang="en-US" sz="1600" dirty="0"/>
          </a:p>
        </p:txBody>
      </p:sp>
      <p:cxnSp>
        <p:nvCxnSpPr>
          <p:cNvPr id="1142" name="연결선: 꺾임 1141">
            <a:extLst>
              <a:ext uri="{FF2B5EF4-FFF2-40B4-BE49-F238E27FC236}">
                <a16:creationId xmlns:a16="http://schemas.microsoft.com/office/drawing/2014/main" id="{27D7765B-ED3F-6BEB-2584-ADDD0F28C823}"/>
              </a:ext>
            </a:extLst>
          </p:cNvPr>
          <p:cNvCxnSpPr>
            <a:cxnSpLocks/>
            <a:stCxn id="1095" idx="3"/>
            <a:endCxn id="1136" idx="3"/>
          </p:cNvCxnSpPr>
          <p:nvPr/>
        </p:nvCxnSpPr>
        <p:spPr>
          <a:xfrm flipH="1">
            <a:off x="12533969" y="-933501"/>
            <a:ext cx="5413" cy="849377"/>
          </a:xfrm>
          <a:prstGeom prst="bentConnector3">
            <a:avLst>
              <a:gd name="adj1" fmla="val -4223166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8" name="사각형: 둥근 모서리 1147">
            <a:extLst>
              <a:ext uri="{FF2B5EF4-FFF2-40B4-BE49-F238E27FC236}">
                <a16:creationId xmlns:a16="http://schemas.microsoft.com/office/drawing/2014/main" id="{ACD380DC-D96F-4526-D96E-06AD1BDBA45F}"/>
              </a:ext>
            </a:extLst>
          </p:cNvPr>
          <p:cNvSpPr/>
          <p:nvPr/>
        </p:nvSpPr>
        <p:spPr>
          <a:xfrm>
            <a:off x="7675454" y="369568"/>
            <a:ext cx="2379576" cy="1594244"/>
          </a:xfrm>
          <a:prstGeom prst="roundRect">
            <a:avLst>
              <a:gd name="adj" fmla="val 6271"/>
            </a:avLst>
          </a:prstGeom>
          <a:solidFill>
            <a:schemeClr val="bg1"/>
          </a:solidFill>
          <a:ln>
            <a:solidFill>
              <a:srgbClr val="FEAA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210AD82C-AC2F-69CA-C1A6-99613F2852B1}"/>
              </a:ext>
            </a:extLst>
          </p:cNvPr>
          <p:cNvSpPr txBox="1"/>
          <p:nvPr/>
        </p:nvSpPr>
        <p:spPr>
          <a:xfrm>
            <a:off x="8288642" y="576590"/>
            <a:ext cx="1153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EAA5A"/>
                </a:solidFill>
              </a:rPr>
              <a:t>YOLOv8s</a:t>
            </a:r>
            <a:endParaRPr lang="ko-KR" altLang="en-US" b="1" dirty="0">
              <a:solidFill>
                <a:srgbClr val="FEAA5A"/>
              </a:solidFill>
            </a:endParaRP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2525C5AE-F54F-769C-EAE8-CD1859884395}"/>
              </a:ext>
            </a:extLst>
          </p:cNvPr>
          <p:cNvSpPr txBox="1"/>
          <p:nvPr/>
        </p:nvSpPr>
        <p:spPr>
          <a:xfrm>
            <a:off x="8089617" y="1074655"/>
            <a:ext cx="1551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Crop answer_2</a:t>
            </a:r>
            <a:endParaRPr lang="ko-KR" altLang="en-US" sz="1600" dirty="0"/>
          </a:p>
        </p:txBody>
      </p:sp>
      <p:sp>
        <p:nvSpPr>
          <p:cNvPr id="1153" name="사각형: 둥근 모서리 1152">
            <a:extLst>
              <a:ext uri="{FF2B5EF4-FFF2-40B4-BE49-F238E27FC236}">
                <a16:creationId xmlns:a16="http://schemas.microsoft.com/office/drawing/2014/main" id="{7581889F-E090-62AE-89C7-BB16F0883B39}"/>
              </a:ext>
            </a:extLst>
          </p:cNvPr>
          <p:cNvSpPr/>
          <p:nvPr/>
        </p:nvSpPr>
        <p:spPr>
          <a:xfrm>
            <a:off x="10154393" y="369568"/>
            <a:ext cx="2379576" cy="1594244"/>
          </a:xfrm>
          <a:prstGeom prst="roundRect">
            <a:avLst>
              <a:gd name="adj" fmla="val 5315"/>
            </a:avLst>
          </a:prstGeom>
          <a:solidFill>
            <a:schemeClr val="bg1"/>
          </a:solidFill>
          <a:ln>
            <a:solidFill>
              <a:srgbClr val="EA7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A5075F41-B743-5B61-E218-16A27C376FAE}"/>
              </a:ext>
            </a:extLst>
          </p:cNvPr>
          <p:cNvSpPr txBox="1"/>
          <p:nvPr/>
        </p:nvSpPr>
        <p:spPr>
          <a:xfrm>
            <a:off x="10863056" y="576590"/>
            <a:ext cx="962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err="1">
                <a:solidFill>
                  <a:srgbClr val="EA7A42"/>
                </a:solidFill>
              </a:rPr>
              <a:t>ResNet</a:t>
            </a:r>
            <a:endParaRPr lang="ko-KR" altLang="en-US" b="1" dirty="0">
              <a:solidFill>
                <a:srgbClr val="EA7A42"/>
              </a:solidFill>
            </a:endParaRP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4B6479DF-63AA-A2BC-0EFD-060E0A29BDD1}"/>
              </a:ext>
            </a:extLst>
          </p:cNvPr>
          <p:cNvSpPr txBox="1"/>
          <p:nvPr/>
        </p:nvSpPr>
        <p:spPr>
          <a:xfrm>
            <a:off x="10190417" y="1074655"/>
            <a:ext cx="2307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/>
              <a:t>answer_2 Classification</a:t>
            </a:r>
            <a:endParaRPr lang="ko-KR" altLang="en-US" sz="1600" dirty="0"/>
          </a:p>
        </p:txBody>
      </p:sp>
      <p:sp>
        <p:nvSpPr>
          <p:cNvPr id="1157" name="사각형: 둥근 모서리 1156">
            <a:extLst>
              <a:ext uri="{FF2B5EF4-FFF2-40B4-BE49-F238E27FC236}">
                <a16:creationId xmlns:a16="http://schemas.microsoft.com/office/drawing/2014/main" id="{2EA92A5B-7FDF-0009-C898-3022A3CE92B8}"/>
              </a:ext>
            </a:extLst>
          </p:cNvPr>
          <p:cNvSpPr/>
          <p:nvPr/>
        </p:nvSpPr>
        <p:spPr>
          <a:xfrm rot="5400000">
            <a:off x="12543172" y="86699"/>
            <a:ext cx="2351038" cy="867181"/>
          </a:xfrm>
          <a:prstGeom prst="roundRect">
            <a:avLst/>
          </a:prstGeom>
          <a:solidFill>
            <a:srgbClr val="FFDC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9" name="직선 화살표 연결선 1098">
            <a:extLst>
              <a:ext uri="{FF2B5EF4-FFF2-40B4-BE49-F238E27FC236}">
                <a16:creationId xmlns:a16="http://schemas.microsoft.com/office/drawing/2014/main" id="{B2942244-1454-6070-30B6-8810B4021079}"/>
              </a:ext>
            </a:extLst>
          </p:cNvPr>
          <p:cNvCxnSpPr>
            <a:cxnSpLocks/>
          </p:cNvCxnSpPr>
          <p:nvPr/>
        </p:nvCxnSpPr>
        <p:spPr>
          <a:xfrm>
            <a:off x="12765145" y="-509125"/>
            <a:ext cx="160010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9" name="연결선: 꺾임 1158">
            <a:extLst>
              <a:ext uri="{FF2B5EF4-FFF2-40B4-BE49-F238E27FC236}">
                <a16:creationId xmlns:a16="http://schemas.microsoft.com/office/drawing/2014/main" id="{000A9EC6-3B52-D375-E44D-2215FBA6AE93}"/>
              </a:ext>
            </a:extLst>
          </p:cNvPr>
          <p:cNvCxnSpPr>
            <a:stCxn id="1153" idx="3"/>
          </p:cNvCxnSpPr>
          <p:nvPr/>
        </p:nvCxnSpPr>
        <p:spPr>
          <a:xfrm flipV="1">
            <a:off x="12533969" y="-491073"/>
            <a:ext cx="1264583" cy="1657763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1" name="타원 1160">
            <a:extLst>
              <a:ext uri="{FF2B5EF4-FFF2-40B4-BE49-F238E27FC236}">
                <a16:creationId xmlns:a16="http://schemas.microsoft.com/office/drawing/2014/main" id="{A5C9246C-7420-C6B6-7ED6-8C21035BCA3A}"/>
              </a:ext>
            </a:extLst>
          </p:cNvPr>
          <p:cNvSpPr/>
          <p:nvPr/>
        </p:nvSpPr>
        <p:spPr>
          <a:xfrm>
            <a:off x="12734115" y="-553751"/>
            <a:ext cx="79050" cy="790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72" name="직선 화살표 연결선 1171">
            <a:extLst>
              <a:ext uri="{FF2B5EF4-FFF2-40B4-BE49-F238E27FC236}">
                <a16:creationId xmlns:a16="http://schemas.microsoft.com/office/drawing/2014/main" id="{B8D418B4-303E-B73F-4EAD-D23D6262B6BB}"/>
              </a:ext>
            </a:extLst>
          </p:cNvPr>
          <p:cNvCxnSpPr>
            <a:cxnSpLocks/>
          </p:cNvCxnSpPr>
          <p:nvPr/>
        </p:nvCxnSpPr>
        <p:spPr>
          <a:xfrm>
            <a:off x="16744829" y="-509125"/>
            <a:ext cx="25045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5" name="사각형: 둥근 모서리 1084">
            <a:extLst>
              <a:ext uri="{FF2B5EF4-FFF2-40B4-BE49-F238E27FC236}">
                <a16:creationId xmlns:a16="http://schemas.microsoft.com/office/drawing/2014/main" id="{8C8F1654-DF28-514D-4C13-D98B249B4B2B}"/>
              </a:ext>
            </a:extLst>
          </p:cNvPr>
          <p:cNvSpPr/>
          <p:nvPr/>
        </p:nvSpPr>
        <p:spPr>
          <a:xfrm>
            <a:off x="14365254" y="-1308555"/>
            <a:ext cx="2379576" cy="2245806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C51D9358-8278-9E31-DF17-76919BB85A2C}"/>
              </a:ext>
            </a:extLst>
          </p:cNvPr>
          <p:cNvSpPr txBox="1"/>
          <p:nvPr/>
        </p:nvSpPr>
        <p:spPr>
          <a:xfrm>
            <a:off x="14789449" y="-1106281"/>
            <a:ext cx="1531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EAA5A"/>
                </a:solidFill>
              </a:rPr>
              <a:t>Output data</a:t>
            </a:r>
            <a:endParaRPr lang="ko-KR" altLang="en-US" b="1" dirty="0">
              <a:solidFill>
                <a:srgbClr val="FEAA5A"/>
              </a:solidFill>
            </a:endParaRP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493B765C-8A77-63E4-D9F7-491506AFEEDD}"/>
              </a:ext>
            </a:extLst>
          </p:cNvPr>
          <p:cNvSpPr txBox="1"/>
          <p:nvPr/>
        </p:nvSpPr>
        <p:spPr>
          <a:xfrm>
            <a:off x="14615116" y="-608216"/>
            <a:ext cx="18798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Return</a:t>
            </a:r>
          </a:p>
          <a:p>
            <a:pPr algn="ctr"/>
            <a:r>
              <a:rPr lang="en-US" altLang="ko-KR" sz="1600" dirty="0" err="1"/>
              <a:t>page_number</a:t>
            </a:r>
            <a:r>
              <a:rPr lang="en-US" altLang="ko-KR" sz="1600" dirty="0"/>
              <a:t>, </a:t>
            </a:r>
          </a:p>
          <a:p>
            <a:pPr algn="ctr"/>
            <a:r>
              <a:rPr lang="en-US" altLang="ko-KR" sz="1600" dirty="0" err="1"/>
              <a:t>problem_number</a:t>
            </a:r>
            <a:r>
              <a:rPr lang="en-US" altLang="ko-KR" sz="1600" dirty="0"/>
              <a:t>, </a:t>
            </a:r>
          </a:p>
          <a:p>
            <a:pPr algn="ctr"/>
            <a:r>
              <a:rPr lang="en-US" altLang="ko-KR" sz="1600" dirty="0" err="1"/>
              <a:t>user_answer</a:t>
            </a:r>
            <a:endParaRPr lang="en-US" altLang="ko-KR" sz="1600" dirty="0"/>
          </a:p>
          <a:p>
            <a:pPr algn="ctr"/>
            <a:r>
              <a:rPr lang="en-US" altLang="ko-KR" sz="1600" dirty="0"/>
              <a:t>of each section</a:t>
            </a:r>
            <a:endParaRPr lang="ko-KR" altLang="en-US" sz="16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1C5B563-57EE-CB94-7F86-6FC50DCB681B}"/>
              </a:ext>
            </a:extLst>
          </p:cNvPr>
          <p:cNvSpPr/>
          <p:nvPr/>
        </p:nvSpPr>
        <p:spPr>
          <a:xfrm>
            <a:off x="-1772744" y="-6792069"/>
            <a:ext cx="14161688" cy="4322642"/>
          </a:xfrm>
          <a:prstGeom prst="roundRect">
            <a:avLst>
              <a:gd name="adj" fmla="val 4585"/>
            </a:avLst>
          </a:prstGeom>
          <a:solidFill>
            <a:srgbClr val="FFEFEF"/>
          </a:solidFill>
          <a:ln>
            <a:solidFill>
              <a:srgbClr val="FF62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3" name="직사각형 1042">
            <a:extLst>
              <a:ext uri="{FF2B5EF4-FFF2-40B4-BE49-F238E27FC236}">
                <a16:creationId xmlns:a16="http://schemas.microsoft.com/office/drawing/2014/main" id="{F90A16D3-EF61-87F1-E5CB-C9AE68639E88}"/>
              </a:ext>
            </a:extLst>
          </p:cNvPr>
          <p:cNvSpPr/>
          <p:nvPr/>
        </p:nvSpPr>
        <p:spPr>
          <a:xfrm>
            <a:off x="-1772745" y="-5928828"/>
            <a:ext cx="14161688" cy="1106928"/>
          </a:xfrm>
          <a:prstGeom prst="rect">
            <a:avLst/>
          </a:prstGeom>
          <a:gradFill flip="none" rotWithShape="1">
            <a:gsLst>
              <a:gs pos="0">
                <a:srgbClr val="FF625B"/>
              </a:gs>
              <a:gs pos="100000">
                <a:srgbClr val="FFC7C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CDFD0B-D6DE-5B24-8530-1175230C814C}"/>
              </a:ext>
            </a:extLst>
          </p:cNvPr>
          <p:cNvSpPr txBox="1"/>
          <p:nvPr/>
        </p:nvSpPr>
        <p:spPr>
          <a:xfrm>
            <a:off x="-1447603" y="-6632884"/>
            <a:ext cx="2111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625B"/>
                </a:solidFill>
              </a:rPr>
              <a:t>Scoring Process</a:t>
            </a:r>
            <a:endParaRPr lang="ko-KR" altLang="en-US" sz="2000" b="1" dirty="0">
              <a:solidFill>
                <a:srgbClr val="FF625B"/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7D900EA-C25C-758C-868A-858A2F61F988}"/>
              </a:ext>
            </a:extLst>
          </p:cNvPr>
          <p:cNvSpPr/>
          <p:nvPr/>
        </p:nvSpPr>
        <p:spPr>
          <a:xfrm>
            <a:off x="-1515433" y="-6174795"/>
            <a:ext cx="2379576" cy="1598861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B6F4F0-DF96-F17E-0ECE-B9D188F03550}"/>
              </a:ext>
            </a:extLst>
          </p:cNvPr>
          <p:cNvSpPr txBox="1"/>
          <p:nvPr/>
        </p:nvSpPr>
        <p:spPr>
          <a:xfrm>
            <a:off x="-1007083" y="-5972521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625B"/>
                </a:solidFill>
              </a:rPr>
              <a:t>Data Input</a:t>
            </a:r>
            <a:endParaRPr lang="ko-KR" altLang="en-US" b="1" dirty="0">
              <a:solidFill>
                <a:srgbClr val="FF625B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BBFB46-DAC0-291C-ED1D-7FCBEA1AB371}"/>
              </a:ext>
            </a:extLst>
          </p:cNvPr>
          <p:cNvSpPr txBox="1"/>
          <p:nvPr/>
        </p:nvSpPr>
        <p:spPr>
          <a:xfrm>
            <a:off x="-1179373" y="-5474456"/>
            <a:ext cx="1707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A page of the </a:t>
            </a:r>
          </a:p>
          <a:p>
            <a:pPr algn="ctr"/>
            <a:r>
              <a:rPr lang="en-US" altLang="ko-KR" sz="1600" dirty="0"/>
              <a:t>user’s workbook</a:t>
            </a:r>
            <a:endParaRPr lang="ko-KR" altLang="en-US" sz="16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DF68EB87-9B87-D0DC-5C52-CBFCDC5147E2}"/>
              </a:ext>
            </a:extLst>
          </p:cNvPr>
          <p:cNvSpPr/>
          <p:nvPr/>
        </p:nvSpPr>
        <p:spPr>
          <a:xfrm>
            <a:off x="1302479" y="-6174795"/>
            <a:ext cx="2379576" cy="1598861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C55CF1-CBEF-D918-883A-6973D9C1BF81}"/>
              </a:ext>
            </a:extLst>
          </p:cNvPr>
          <p:cNvSpPr txBox="1"/>
          <p:nvPr/>
        </p:nvSpPr>
        <p:spPr>
          <a:xfrm>
            <a:off x="1642514" y="-5972521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625B"/>
                </a:solidFill>
              </a:rPr>
              <a:t>Page Number</a:t>
            </a:r>
            <a:endParaRPr lang="ko-KR" altLang="en-US" b="1" dirty="0">
              <a:solidFill>
                <a:srgbClr val="FF625B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219B5B-1323-D389-719C-0D5FE5855288}"/>
              </a:ext>
            </a:extLst>
          </p:cNvPr>
          <p:cNvSpPr txBox="1"/>
          <p:nvPr/>
        </p:nvSpPr>
        <p:spPr>
          <a:xfrm>
            <a:off x="1563806" y="-5474456"/>
            <a:ext cx="18569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Get </a:t>
            </a:r>
            <a:r>
              <a:rPr lang="en-US" altLang="ko-KR" sz="1600" dirty="0" err="1"/>
              <a:t>page_number</a:t>
            </a:r>
            <a:endParaRPr lang="en-US" altLang="ko-KR" sz="1600" dirty="0"/>
          </a:p>
          <a:p>
            <a:pPr algn="ctr"/>
            <a:r>
              <a:rPr lang="en-US" altLang="ko-KR" sz="1600" dirty="0"/>
              <a:t>from input image</a:t>
            </a:r>
            <a:endParaRPr lang="ko-KR" altLang="en-US" sz="1600" dirty="0"/>
          </a:p>
        </p:txBody>
      </p:sp>
      <p:sp>
        <p:nvSpPr>
          <p:cNvPr id="1025" name="사각형: 둥근 모서리 1024">
            <a:extLst>
              <a:ext uri="{FF2B5EF4-FFF2-40B4-BE49-F238E27FC236}">
                <a16:creationId xmlns:a16="http://schemas.microsoft.com/office/drawing/2014/main" id="{DD1FD8A5-0BC9-9DE3-1870-D74F61F2E7F2}"/>
              </a:ext>
            </a:extLst>
          </p:cNvPr>
          <p:cNvSpPr/>
          <p:nvPr/>
        </p:nvSpPr>
        <p:spPr>
          <a:xfrm>
            <a:off x="1302479" y="-4491924"/>
            <a:ext cx="2379576" cy="562935"/>
          </a:xfrm>
          <a:prstGeom prst="roundRect">
            <a:avLst>
              <a:gd name="adj" fmla="val 20064"/>
            </a:avLst>
          </a:prstGeom>
          <a:solidFill>
            <a:srgbClr val="FF62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DA16BDB5-AF58-FBFF-F2B6-FB67D53C59DF}"/>
              </a:ext>
            </a:extLst>
          </p:cNvPr>
          <p:cNvSpPr txBox="1"/>
          <p:nvPr/>
        </p:nvSpPr>
        <p:spPr>
          <a:xfrm>
            <a:off x="1939711" y="-4374604"/>
            <a:ext cx="1105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YOLOv8s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944C7D14-91AE-AA93-B4D8-113AA914885C}"/>
              </a:ext>
            </a:extLst>
          </p:cNvPr>
          <p:cNvSpPr/>
          <p:nvPr/>
        </p:nvSpPr>
        <p:spPr>
          <a:xfrm>
            <a:off x="6941237" y="-6174795"/>
            <a:ext cx="2379576" cy="1598861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5F4C4D-473D-2507-39CC-FAB275317991}"/>
              </a:ext>
            </a:extLst>
          </p:cNvPr>
          <p:cNvSpPr txBox="1"/>
          <p:nvPr/>
        </p:nvSpPr>
        <p:spPr>
          <a:xfrm>
            <a:off x="7006133" y="-5972521"/>
            <a:ext cx="2249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625B"/>
                </a:solidFill>
              </a:rPr>
              <a:t>Section Processing</a:t>
            </a:r>
            <a:endParaRPr lang="ko-KR" altLang="en-US" b="1" dirty="0">
              <a:solidFill>
                <a:srgbClr val="FF625B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1FB9175-33BF-64CF-16B2-EAAACCA67B37}"/>
              </a:ext>
            </a:extLst>
          </p:cNvPr>
          <p:cNvSpPr txBox="1"/>
          <p:nvPr/>
        </p:nvSpPr>
        <p:spPr>
          <a:xfrm>
            <a:off x="7199358" y="-5474456"/>
            <a:ext cx="18633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Get answer and</a:t>
            </a:r>
          </a:p>
          <a:p>
            <a:pPr algn="ctr"/>
            <a:r>
              <a:rPr lang="en-US" altLang="ko-KR" sz="1600" dirty="0" err="1"/>
              <a:t>problem_number</a:t>
            </a:r>
            <a:endParaRPr lang="en-US" altLang="ko-KR" sz="1600" dirty="0"/>
          </a:p>
          <a:p>
            <a:pPr algn="ctr"/>
            <a:r>
              <a:rPr lang="en-US" altLang="ko-KR" sz="1600" dirty="0"/>
              <a:t>from each section</a:t>
            </a:r>
            <a:endParaRPr lang="ko-KR" altLang="en-US" sz="1600" dirty="0"/>
          </a:p>
        </p:txBody>
      </p:sp>
      <p:sp>
        <p:nvSpPr>
          <p:cNvPr id="1029" name="사각형: 둥근 모서리 1028">
            <a:extLst>
              <a:ext uri="{FF2B5EF4-FFF2-40B4-BE49-F238E27FC236}">
                <a16:creationId xmlns:a16="http://schemas.microsoft.com/office/drawing/2014/main" id="{4BC56851-23AA-3504-E3A8-381FD8F2563F}"/>
              </a:ext>
            </a:extLst>
          </p:cNvPr>
          <p:cNvSpPr/>
          <p:nvPr/>
        </p:nvSpPr>
        <p:spPr>
          <a:xfrm>
            <a:off x="6941237" y="-4491924"/>
            <a:ext cx="2379576" cy="562935"/>
          </a:xfrm>
          <a:prstGeom prst="roundRect">
            <a:avLst>
              <a:gd name="adj" fmla="val 20064"/>
            </a:avLst>
          </a:prstGeom>
          <a:solidFill>
            <a:srgbClr val="FF62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10821F7A-EE3E-7709-D5EA-B07C0F9A18B6}"/>
              </a:ext>
            </a:extLst>
          </p:cNvPr>
          <p:cNvSpPr txBox="1"/>
          <p:nvPr/>
        </p:nvSpPr>
        <p:spPr>
          <a:xfrm>
            <a:off x="7578469" y="-4374604"/>
            <a:ext cx="1105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YOLOv8s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32" name="사각형: 둥근 모서리 1031">
            <a:extLst>
              <a:ext uri="{FF2B5EF4-FFF2-40B4-BE49-F238E27FC236}">
                <a16:creationId xmlns:a16="http://schemas.microsoft.com/office/drawing/2014/main" id="{B7D0FEFC-DBAC-8CA5-F582-91A6D550591A}"/>
              </a:ext>
            </a:extLst>
          </p:cNvPr>
          <p:cNvSpPr/>
          <p:nvPr/>
        </p:nvSpPr>
        <p:spPr>
          <a:xfrm>
            <a:off x="6941237" y="-3887952"/>
            <a:ext cx="2379576" cy="562935"/>
          </a:xfrm>
          <a:prstGeom prst="roundRect">
            <a:avLst>
              <a:gd name="adj" fmla="val 20064"/>
            </a:avLst>
          </a:prstGeom>
          <a:solidFill>
            <a:srgbClr val="E775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6F189B51-462F-4E0B-59A0-5193ABA4E579}"/>
              </a:ext>
            </a:extLst>
          </p:cNvPr>
          <p:cNvSpPr txBox="1"/>
          <p:nvPr/>
        </p:nvSpPr>
        <p:spPr>
          <a:xfrm>
            <a:off x="7670289" y="-3770632"/>
            <a:ext cx="921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ResNet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5B47876-B1CC-C598-BAE2-49606868F728}"/>
              </a:ext>
            </a:extLst>
          </p:cNvPr>
          <p:cNvSpPr/>
          <p:nvPr/>
        </p:nvSpPr>
        <p:spPr>
          <a:xfrm>
            <a:off x="4120391" y="-6174795"/>
            <a:ext cx="2379576" cy="1598861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397C053-4DD2-24BB-6D91-6EEF53BA12E8}"/>
              </a:ext>
            </a:extLst>
          </p:cNvPr>
          <p:cNvSpPr txBox="1"/>
          <p:nvPr/>
        </p:nvSpPr>
        <p:spPr>
          <a:xfrm>
            <a:off x="4815491" y="-5972521"/>
            <a:ext cx="989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625B"/>
                </a:solidFill>
              </a:rPr>
              <a:t>Section</a:t>
            </a:r>
            <a:endParaRPr lang="ko-KR" altLang="en-US" b="1" dirty="0">
              <a:solidFill>
                <a:srgbClr val="FF625B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052660-A0EF-BD54-E341-4A7FE7DE213F}"/>
              </a:ext>
            </a:extLst>
          </p:cNvPr>
          <p:cNvSpPr txBox="1"/>
          <p:nvPr/>
        </p:nvSpPr>
        <p:spPr>
          <a:xfrm>
            <a:off x="4275761" y="-5474456"/>
            <a:ext cx="20688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Crop Each Problems</a:t>
            </a:r>
          </a:p>
          <a:p>
            <a:pPr algn="ctr"/>
            <a:r>
              <a:rPr lang="en-US" altLang="ko-KR" sz="1600" dirty="0"/>
              <a:t>from input image</a:t>
            </a:r>
            <a:endParaRPr lang="ko-KR" altLang="en-US" sz="1600" dirty="0"/>
          </a:p>
        </p:txBody>
      </p:sp>
      <p:sp>
        <p:nvSpPr>
          <p:cNvPr id="1036" name="사각형: 둥근 모서리 1035">
            <a:extLst>
              <a:ext uri="{FF2B5EF4-FFF2-40B4-BE49-F238E27FC236}">
                <a16:creationId xmlns:a16="http://schemas.microsoft.com/office/drawing/2014/main" id="{36B5168F-C856-3E00-A877-4C98D80BD76C}"/>
              </a:ext>
            </a:extLst>
          </p:cNvPr>
          <p:cNvSpPr/>
          <p:nvPr/>
        </p:nvSpPr>
        <p:spPr>
          <a:xfrm>
            <a:off x="4120391" y="-4491924"/>
            <a:ext cx="2379576" cy="562935"/>
          </a:xfrm>
          <a:prstGeom prst="roundRect">
            <a:avLst>
              <a:gd name="adj" fmla="val 20064"/>
            </a:avLst>
          </a:prstGeom>
          <a:solidFill>
            <a:srgbClr val="FF62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35AC423-2511-D792-C1D7-56C44B175BEB}"/>
              </a:ext>
            </a:extLst>
          </p:cNvPr>
          <p:cNvSpPr txBox="1"/>
          <p:nvPr/>
        </p:nvSpPr>
        <p:spPr>
          <a:xfrm>
            <a:off x="4740791" y="-4374604"/>
            <a:ext cx="113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YOLOv8n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051" name="직선 화살표 연결선 1050">
            <a:extLst>
              <a:ext uri="{FF2B5EF4-FFF2-40B4-BE49-F238E27FC236}">
                <a16:creationId xmlns:a16="http://schemas.microsoft.com/office/drawing/2014/main" id="{E866C367-8783-B873-FC1B-041FAB03C847}"/>
              </a:ext>
            </a:extLst>
          </p:cNvPr>
          <p:cNvCxnSpPr>
            <a:stCxn id="50" idx="3"/>
            <a:endCxn id="55" idx="1"/>
          </p:cNvCxnSpPr>
          <p:nvPr/>
        </p:nvCxnSpPr>
        <p:spPr>
          <a:xfrm>
            <a:off x="864143" y="-5375364"/>
            <a:ext cx="4383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직선 화살표 연결선 1051">
            <a:extLst>
              <a:ext uri="{FF2B5EF4-FFF2-40B4-BE49-F238E27FC236}">
                <a16:creationId xmlns:a16="http://schemas.microsoft.com/office/drawing/2014/main" id="{AAF61D9F-7E5D-4CB1-2D51-FB8DF4FD0C53}"/>
              </a:ext>
            </a:extLst>
          </p:cNvPr>
          <p:cNvCxnSpPr/>
          <p:nvPr/>
        </p:nvCxnSpPr>
        <p:spPr>
          <a:xfrm>
            <a:off x="3682055" y="-5375364"/>
            <a:ext cx="4383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직선 화살표 연결선 1052">
            <a:extLst>
              <a:ext uri="{FF2B5EF4-FFF2-40B4-BE49-F238E27FC236}">
                <a16:creationId xmlns:a16="http://schemas.microsoft.com/office/drawing/2014/main" id="{8C096038-DFB0-4203-89A0-54CEFB418350}"/>
              </a:ext>
            </a:extLst>
          </p:cNvPr>
          <p:cNvCxnSpPr/>
          <p:nvPr/>
        </p:nvCxnSpPr>
        <p:spPr>
          <a:xfrm>
            <a:off x="6502901" y="-5375364"/>
            <a:ext cx="4383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6" name="사각형: 둥근 모서리 1055">
            <a:extLst>
              <a:ext uri="{FF2B5EF4-FFF2-40B4-BE49-F238E27FC236}">
                <a16:creationId xmlns:a16="http://schemas.microsoft.com/office/drawing/2014/main" id="{B90F9813-A64F-38EB-471C-FFFC81068F7C}"/>
              </a:ext>
            </a:extLst>
          </p:cNvPr>
          <p:cNvSpPr/>
          <p:nvPr/>
        </p:nvSpPr>
        <p:spPr>
          <a:xfrm>
            <a:off x="1302479" y="-3866208"/>
            <a:ext cx="2379576" cy="562935"/>
          </a:xfrm>
          <a:prstGeom prst="roundRect">
            <a:avLst>
              <a:gd name="adj" fmla="val 20064"/>
            </a:avLst>
          </a:prstGeom>
          <a:solidFill>
            <a:srgbClr val="8A3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80365BE4-3729-533E-0970-95D647D0C920}"/>
              </a:ext>
            </a:extLst>
          </p:cNvPr>
          <p:cNvSpPr txBox="1"/>
          <p:nvPr/>
        </p:nvSpPr>
        <p:spPr>
          <a:xfrm>
            <a:off x="2167498" y="-3748888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OCR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58" name="사각형: 둥근 모서리 1057">
            <a:extLst>
              <a:ext uri="{FF2B5EF4-FFF2-40B4-BE49-F238E27FC236}">
                <a16:creationId xmlns:a16="http://schemas.microsoft.com/office/drawing/2014/main" id="{487BEE37-0F58-A858-83C9-0752EB104094}"/>
              </a:ext>
            </a:extLst>
          </p:cNvPr>
          <p:cNvSpPr/>
          <p:nvPr/>
        </p:nvSpPr>
        <p:spPr>
          <a:xfrm>
            <a:off x="6941237" y="-3262236"/>
            <a:ext cx="2379576" cy="562935"/>
          </a:xfrm>
          <a:prstGeom prst="roundRect">
            <a:avLst>
              <a:gd name="adj" fmla="val 20064"/>
            </a:avLst>
          </a:prstGeom>
          <a:solidFill>
            <a:srgbClr val="8A3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7A7EFCBF-3BBD-24E5-94B8-FB830AD9FEBE}"/>
              </a:ext>
            </a:extLst>
          </p:cNvPr>
          <p:cNvSpPr txBox="1"/>
          <p:nvPr/>
        </p:nvSpPr>
        <p:spPr>
          <a:xfrm>
            <a:off x="7806256" y="-314491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OCR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174" name="직선 화살표 연결선 1173">
            <a:extLst>
              <a:ext uri="{FF2B5EF4-FFF2-40B4-BE49-F238E27FC236}">
                <a16:creationId xmlns:a16="http://schemas.microsoft.com/office/drawing/2014/main" id="{7ED7B6EC-0AB4-AD9C-E32F-C7A17DF2DAF6}"/>
              </a:ext>
            </a:extLst>
          </p:cNvPr>
          <p:cNvCxnSpPr>
            <a:cxnSpLocks/>
          </p:cNvCxnSpPr>
          <p:nvPr/>
        </p:nvCxnSpPr>
        <p:spPr>
          <a:xfrm>
            <a:off x="12116001" y="-5375364"/>
            <a:ext cx="272941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3" name="사각형: 둥근 모서리 1182">
            <a:extLst>
              <a:ext uri="{FF2B5EF4-FFF2-40B4-BE49-F238E27FC236}">
                <a16:creationId xmlns:a16="http://schemas.microsoft.com/office/drawing/2014/main" id="{A2EEB8AB-FFA5-50BE-8F71-E512CA8EC53F}"/>
              </a:ext>
            </a:extLst>
          </p:cNvPr>
          <p:cNvSpPr/>
          <p:nvPr/>
        </p:nvSpPr>
        <p:spPr>
          <a:xfrm>
            <a:off x="9736425" y="-6174795"/>
            <a:ext cx="2379576" cy="2644953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B8B1B5DE-C02B-7CE0-B735-0E3941DBB15F}"/>
              </a:ext>
            </a:extLst>
          </p:cNvPr>
          <p:cNvSpPr txBox="1"/>
          <p:nvPr/>
        </p:nvSpPr>
        <p:spPr>
          <a:xfrm>
            <a:off x="10146995" y="-5972521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625B"/>
                </a:solidFill>
              </a:rPr>
              <a:t>Output Data</a:t>
            </a:r>
            <a:endParaRPr lang="ko-KR" altLang="en-US" b="1" dirty="0">
              <a:solidFill>
                <a:srgbClr val="FF625B"/>
              </a:solidFill>
            </a:endParaRP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75B5FFC7-7B75-E903-6C5A-11932930F01A}"/>
              </a:ext>
            </a:extLst>
          </p:cNvPr>
          <p:cNvSpPr txBox="1"/>
          <p:nvPr/>
        </p:nvSpPr>
        <p:spPr>
          <a:xfrm>
            <a:off x="9924178" y="-5474456"/>
            <a:ext cx="200407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Return</a:t>
            </a:r>
          </a:p>
          <a:p>
            <a:pPr algn="ctr"/>
            <a:r>
              <a:rPr lang="en-US" altLang="ko-KR" sz="1600" dirty="0"/>
              <a:t>Section Image URL,</a:t>
            </a:r>
          </a:p>
          <a:p>
            <a:pPr algn="ctr"/>
            <a:r>
              <a:rPr lang="en-US" altLang="ko-KR" sz="1600" dirty="0" err="1"/>
              <a:t>page_number</a:t>
            </a:r>
            <a:r>
              <a:rPr lang="en-US" altLang="ko-KR" sz="1600" dirty="0"/>
              <a:t>,</a:t>
            </a:r>
          </a:p>
          <a:p>
            <a:pPr algn="ctr"/>
            <a:r>
              <a:rPr lang="en-US" altLang="ko-KR" sz="1600" dirty="0" err="1"/>
              <a:t>problem_number</a:t>
            </a:r>
            <a:r>
              <a:rPr lang="en-US" altLang="ko-KR" sz="1600" dirty="0"/>
              <a:t>,</a:t>
            </a:r>
          </a:p>
          <a:p>
            <a:pPr algn="ctr"/>
            <a:r>
              <a:rPr lang="en-US" altLang="ko-KR" sz="1600" dirty="0" err="1"/>
              <a:t>user_answer</a:t>
            </a:r>
            <a:r>
              <a:rPr lang="en-US" altLang="ko-KR" sz="1600" dirty="0"/>
              <a:t>,</a:t>
            </a:r>
          </a:p>
          <a:p>
            <a:pPr algn="ctr"/>
            <a:r>
              <a:rPr lang="en-US" altLang="ko-KR" sz="1600" dirty="0"/>
              <a:t>correction,</a:t>
            </a:r>
          </a:p>
          <a:p>
            <a:pPr algn="ctr"/>
            <a:r>
              <a:rPr lang="en-US" altLang="ko-KR" sz="1600" dirty="0"/>
              <a:t>of page images</a:t>
            </a:r>
          </a:p>
        </p:txBody>
      </p:sp>
      <p:cxnSp>
        <p:nvCxnSpPr>
          <p:cNvPr id="1186" name="직선 화살표 연결선 1185">
            <a:extLst>
              <a:ext uri="{FF2B5EF4-FFF2-40B4-BE49-F238E27FC236}">
                <a16:creationId xmlns:a16="http://schemas.microsoft.com/office/drawing/2014/main" id="{51676ABD-C508-09A3-F81B-D73851DEDB48}"/>
              </a:ext>
            </a:extLst>
          </p:cNvPr>
          <p:cNvCxnSpPr/>
          <p:nvPr/>
        </p:nvCxnSpPr>
        <p:spPr>
          <a:xfrm>
            <a:off x="9298089" y="-5375364"/>
            <a:ext cx="4383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9" name="TextBox 1198">
            <a:extLst>
              <a:ext uri="{FF2B5EF4-FFF2-40B4-BE49-F238E27FC236}">
                <a16:creationId xmlns:a16="http://schemas.microsoft.com/office/drawing/2014/main" id="{7D71BFF4-743F-EEDB-1C53-51A4A0DF016F}"/>
              </a:ext>
            </a:extLst>
          </p:cNvPr>
          <p:cNvSpPr txBox="1"/>
          <p:nvPr/>
        </p:nvSpPr>
        <p:spPr>
          <a:xfrm>
            <a:off x="-1526800" y="2893176"/>
            <a:ext cx="2889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41CED4"/>
                </a:solidFill>
              </a:rPr>
              <a:t>Personal Commentary</a:t>
            </a:r>
            <a:endParaRPr lang="ko-KR" altLang="en-US" sz="2000" b="1" dirty="0">
              <a:solidFill>
                <a:srgbClr val="41CED4"/>
              </a:solidFill>
            </a:endParaRPr>
          </a:p>
        </p:txBody>
      </p:sp>
      <p:sp>
        <p:nvSpPr>
          <p:cNvPr id="1200" name="사각형: 둥근 모서리 1199">
            <a:extLst>
              <a:ext uri="{FF2B5EF4-FFF2-40B4-BE49-F238E27FC236}">
                <a16:creationId xmlns:a16="http://schemas.microsoft.com/office/drawing/2014/main" id="{2B098454-E895-23DB-4232-69ECC1063EB2}"/>
              </a:ext>
            </a:extLst>
          </p:cNvPr>
          <p:cNvSpPr/>
          <p:nvPr/>
        </p:nvSpPr>
        <p:spPr>
          <a:xfrm>
            <a:off x="-1594630" y="3351265"/>
            <a:ext cx="2379576" cy="2506030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01" name="TextBox 1200">
            <a:extLst>
              <a:ext uri="{FF2B5EF4-FFF2-40B4-BE49-F238E27FC236}">
                <a16:creationId xmlns:a16="http://schemas.microsoft.com/office/drawing/2014/main" id="{3EEF23B1-C394-A255-60C1-B543B4FD63AD}"/>
              </a:ext>
            </a:extLst>
          </p:cNvPr>
          <p:cNvSpPr txBox="1"/>
          <p:nvPr/>
        </p:nvSpPr>
        <p:spPr>
          <a:xfrm>
            <a:off x="-1086276" y="3553539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41CED4"/>
                </a:solidFill>
              </a:rPr>
              <a:t>Input Data</a:t>
            </a:r>
            <a:endParaRPr lang="ko-KR" altLang="en-US" b="1" dirty="0">
              <a:solidFill>
                <a:srgbClr val="41CED4"/>
              </a:solidFill>
            </a:endParaRPr>
          </a:p>
        </p:txBody>
      </p:sp>
      <p:sp>
        <p:nvSpPr>
          <p:cNvPr id="1202" name="TextBox 1201">
            <a:extLst>
              <a:ext uri="{FF2B5EF4-FFF2-40B4-BE49-F238E27FC236}">
                <a16:creationId xmlns:a16="http://schemas.microsoft.com/office/drawing/2014/main" id="{26C9A625-50E2-A9DE-7CA2-45840FBE7F23}"/>
              </a:ext>
            </a:extLst>
          </p:cNvPr>
          <p:cNvSpPr txBox="1"/>
          <p:nvPr/>
        </p:nvSpPr>
        <p:spPr>
          <a:xfrm>
            <a:off x="-1308708" y="4051604"/>
            <a:ext cx="180773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Include</a:t>
            </a:r>
          </a:p>
          <a:p>
            <a:pPr algn="ctr"/>
            <a:r>
              <a:rPr lang="en-US" altLang="ko-KR" sz="1600" dirty="0" err="1"/>
              <a:t>problem_number</a:t>
            </a:r>
            <a:r>
              <a:rPr lang="en-US" altLang="ko-KR" sz="1600" dirty="0"/>
              <a:t>,</a:t>
            </a:r>
          </a:p>
          <a:p>
            <a:pPr algn="ctr"/>
            <a:r>
              <a:rPr lang="en-US" altLang="ko-KR" sz="1600" dirty="0" err="1"/>
              <a:t>page_number</a:t>
            </a:r>
            <a:r>
              <a:rPr lang="en-US" altLang="ko-KR" sz="1600" dirty="0"/>
              <a:t>,</a:t>
            </a:r>
          </a:p>
          <a:p>
            <a:pPr algn="ctr"/>
            <a:r>
              <a:rPr lang="en-US" altLang="ko-KR" sz="1600" dirty="0" err="1"/>
              <a:t>user_answer</a:t>
            </a:r>
            <a:endParaRPr lang="en-US" altLang="ko-KR" sz="1600" dirty="0"/>
          </a:p>
        </p:txBody>
      </p:sp>
      <p:sp>
        <p:nvSpPr>
          <p:cNvPr id="1206" name="사각형: 둥근 모서리 1205">
            <a:extLst>
              <a:ext uri="{FF2B5EF4-FFF2-40B4-BE49-F238E27FC236}">
                <a16:creationId xmlns:a16="http://schemas.microsoft.com/office/drawing/2014/main" id="{8D967CF0-E782-A0DB-8BD9-8B1B710247E5}"/>
              </a:ext>
            </a:extLst>
          </p:cNvPr>
          <p:cNvSpPr/>
          <p:nvPr/>
        </p:nvSpPr>
        <p:spPr>
          <a:xfrm>
            <a:off x="1223282" y="3351265"/>
            <a:ext cx="2379576" cy="2496405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CBA26098-3F84-79FC-1B6D-F3C6D6F71FF5}"/>
              </a:ext>
            </a:extLst>
          </p:cNvPr>
          <p:cNvSpPr txBox="1"/>
          <p:nvPr/>
        </p:nvSpPr>
        <p:spPr>
          <a:xfrm>
            <a:off x="1834234" y="3553539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41CED4"/>
                </a:solidFill>
              </a:rPr>
              <a:t>Get Data</a:t>
            </a:r>
            <a:endParaRPr lang="ko-KR" altLang="en-US" b="1" dirty="0">
              <a:solidFill>
                <a:srgbClr val="41CED4"/>
              </a:solidFill>
            </a:endParaRP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1DAB1D29-0958-A294-5068-52542124FE7E}"/>
              </a:ext>
            </a:extLst>
          </p:cNvPr>
          <p:cNvSpPr txBox="1"/>
          <p:nvPr/>
        </p:nvSpPr>
        <p:spPr>
          <a:xfrm>
            <a:off x="1361092" y="4051604"/>
            <a:ext cx="210397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Get</a:t>
            </a:r>
          </a:p>
          <a:p>
            <a:pPr algn="ctr"/>
            <a:r>
              <a:rPr lang="en-US" altLang="ko-KR" sz="1600" dirty="0" err="1"/>
              <a:t>korean_content</a:t>
            </a:r>
            <a:r>
              <a:rPr lang="en-US" altLang="ko-KR" sz="1600" dirty="0"/>
              <a:t>,</a:t>
            </a:r>
          </a:p>
          <a:p>
            <a:pPr algn="ctr"/>
            <a:r>
              <a:rPr lang="en-US" altLang="ko-KR" sz="1600" dirty="0" err="1"/>
              <a:t>english_content</a:t>
            </a:r>
            <a:r>
              <a:rPr lang="en-US" altLang="ko-KR" sz="1600" dirty="0"/>
              <a:t>,</a:t>
            </a:r>
          </a:p>
          <a:p>
            <a:pPr algn="ctr"/>
            <a:r>
              <a:rPr lang="en-US" altLang="ko-KR" sz="1600" dirty="0"/>
              <a:t>script, table, answer </a:t>
            </a:r>
          </a:p>
          <a:p>
            <a:pPr algn="ctr"/>
            <a:r>
              <a:rPr lang="en-US" altLang="ko-KR" sz="1600" dirty="0"/>
              <a:t>from DB</a:t>
            </a:r>
          </a:p>
          <a:p>
            <a:pPr algn="ctr"/>
            <a:r>
              <a:rPr lang="en-US" altLang="ko-KR" sz="1600" dirty="0"/>
              <a:t>based on input data</a:t>
            </a:r>
          </a:p>
        </p:txBody>
      </p:sp>
      <p:cxnSp>
        <p:nvCxnSpPr>
          <p:cNvPr id="1212" name="직선 화살표 연결선 1211">
            <a:extLst>
              <a:ext uri="{FF2B5EF4-FFF2-40B4-BE49-F238E27FC236}">
                <a16:creationId xmlns:a16="http://schemas.microsoft.com/office/drawing/2014/main" id="{4CF4EF45-A66E-F246-D6A4-32FBE609E697}"/>
              </a:ext>
            </a:extLst>
          </p:cNvPr>
          <p:cNvCxnSpPr/>
          <p:nvPr/>
        </p:nvCxnSpPr>
        <p:spPr>
          <a:xfrm>
            <a:off x="3602858" y="4529760"/>
            <a:ext cx="4383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3" name="사각형: 둥근 모서리 1212">
            <a:extLst>
              <a:ext uri="{FF2B5EF4-FFF2-40B4-BE49-F238E27FC236}">
                <a16:creationId xmlns:a16="http://schemas.microsoft.com/office/drawing/2014/main" id="{4AB1F1DB-DC61-A51E-4A30-855A5D0EC1F1}"/>
              </a:ext>
            </a:extLst>
          </p:cNvPr>
          <p:cNvSpPr/>
          <p:nvPr/>
        </p:nvSpPr>
        <p:spPr>
          <a:xfrm>
            <a:off x="4041194" y="3351265"/>
            <a:ext cx="2379576" cy="2515654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61F36E22-08D6-07A8-A1B9-FC0D7A5C4E47}"/>
              </a:ext>
            </a:extLst>
          </p:cNvPr>
          <p:cNvSpPr txBox="1"/>
          <p:nvPr/>
        </p:nvSpPr>
        <p:spPr>
          <a:xfrm>
            <a:off x="4427570" y="3553539"/>
            <a:ext cx="160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41CED4"/>
                </a:solidFill>
              </a:rPr>
              <a:t>Commentary</a:t>
            </a:r>
            <a:endParaRPr lang="ko-KR" altLang="en-US" b="1" dirty="0">
              <a:solidFill>
                <a:srgbClr val="41CED4"/>
              </a:solidFill>
            </a:endParaRPr>
          </a:p>
        </p:txBody>
      </p:sp>
      <p:sp>
        <p:nvSpPr>
          <p:cNvPr id="1215" name="TextBox 1214">
            <a:extLst>
              <a:ext uri="{FF2B5EF4-FFF2-40B4-BE49-F238E27FC236}">
                <a16:creationId xmlns:a16="http://schemas.microsoft.com/office/drawing/2014/main" id="{CDD18C84-F6E7-143A-D67B-AFAC1BCB2C3C}"/>
              </a:ext>
            </a:extLst>
          </p:cNvPr>
          <p:cNvSpPr txBox="1"/>
          <p:nvPr/>
        </p:nvSpPr>
        <p:spPr>
          <a:xfrm>
            <a:off x="4152819" y="4051604"/>
            <a:ext cx="21563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Create Commentary</a:t>
            </a:r>
          </a:p>
          <a:p>
            <a:pPr algn="ctr"/>
            <a:r>
              <a:rPr lang="en-US" altLang="ko-KR" sz="1600" dirty="0"/>
              <a:t>based on the data</a:t>
            </a:r>
          </a:p>
          <a:p>
            <a:pPr algn="ctr"/>
            <a:endParaRPr lang="en-US" altLang="ko-KR" sz="1600" dirty="0"/>
          </a:p>
          <a:p>
            <a:pPr algn="ctr"/>
            <a:r>
              <a:rPr lang="en-US" altLang="ko-KR" sz="1600" dirty="0"/>
              <a:t>Used</a:t>
            </a:r>
            <a:r>
              <a:rPr lang="ko-KR" altLang="en-US" sz="1600" dirty="0"/>
              <a:t> </a:t>
            </a:r>
            <a:r>
              <a:rPr lang="en-US" altLang="ko-KR" sz="1600" dirty="0"/>
              <a:t>data is decided</a:t>
            </a:r>
          </a:p>
          <a:p>
            <a:pPr algn="ctr"/>
            <a:r>
              <a:rPr lang="en-US" altLang="ko-KR" sz="1600" dirty="0"/>
              <a:t>depending on </a:t>
            </a:r>
          </a:p>
          <a:p>
            <a:pPr algn="ctr"/>
            <a:r>
              <a:rPr lang="en-US" altLang="ko-KR" sz="1600" dirty="0"/>
              <a:t>the type of problem</a:t>
            </a:r>
          </a:p>
        </p:txBody>
      </p:sp>
      <p:sp>
        <p:nvSpPr>
          <p:cNvPr id="1216" name="사각형: 둥근 모서리 1215">
            <a:extLst>
              <a:ext uri="{FF2B5EF4-FFF2-40B4-BE49-F238E27FC236}">
                <a16:creationId xmlns:a16="http://schemas.microsoft.com/office/drawing/2014/main" id="{C9BB4A1F-607A-53BD-FDD7-2E292A0C2AC9}"/>
              </a:ext>
            </a:extLst>
          </p:cNvPr>
          <p:cNvSpPr/>
          <p:nvPr/>
        </p:nvSpPr>
        <p:spPr>
          <a:xfrm>
            <a:off x="4041194" y="5923489"/>
            <a:ext cx="2379576" cy="562935"/>
          </a:xfrm>
          <a:prstGeom prst="roundRect">
            <a:avLst>
              <a:gd name="adj" fmla="val 20064"/>
            </a:avLst>
          </a:prstGeom>
          <a:solidFill>
            <a:srgbClr val="41CE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17" name="TextBox 1216">
            <a:extLst>
              <a:ext uri="{FF2B5EF4-FFF2-40B4-BE49-F238E27FC236}">
                <a16:creationId xmlns:a16="http://schemas.microsoft.com/office/drawing/2014/main" id="{F4B2B33C-15D8-6CF9-EE3C-D98ED207AF0A}"/>
              </a:ext>
            </a:extLst>
          </p:cNvPr>
          <p:cNvSpPr txBox="1"/>
          <p:nvPr/>
        </p:nvSpPr>
        <p:spPr>
          <a:xfrm>
            <a:off x="4611262" y="6040809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Langchain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18" name="사각형: 둥근 모서리 1217">
            <a:extLst>
              <a:ext uri="{FF2B5EF4-FFF2-40B4-BE49-F238E27FC236}">
                <a16:creationId xmlns:a16="http://schemas.microsoft.com/office/drawing/2014/main" id="{E43BF9D5-83AE-550B-8266-07C3928E59A8}"/>
              </a:ext>
            </a:extLst>
          </p:cNvPr>
          <p:cNvSpPr/>
          <p:nvPr/>
        </p:nvSpPr>
        <p:spPr>
          <a:xfrm>
            <a:off x="4041194" y="6533089"/>
            <a:ext cx="2379576" cy="562935"/>
          </a:xfrm>
          <a:prstGeom prst="roundRect">
            <a:avLst>
              <a:gd name="adj" fmla="val 20064"/>
            </a:avLst>
          </a:prstGeom>
          <a:solidFill>
            <a:srgbClr val="85D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D1391FDC-78E8-7C92-3102-B3793D0C4C24}"/>
              </a:ext>
            </a:extLst>
          </p:cNvPr>
          <p:cNvSpPr txBox="1"/>
          <p:nvPr/>
        </p:nvSpPr>
        <p:spPr>
          <a:xfrm>
            <a:off x="4698627" y="6650409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UpStage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220" name="직선 화살표 연결선 1219">
            <a:extLst>
              <a:ext uri="{FF2B5EF4-FFF2-40B4-BE49-F238E27FC236}">
                <a16:creationId xmlns:a16="http://schemas.microsoft.com/office/drawing/2014/main" id="{D2F522C3-8F28-0F4E-6F89-A063931AE051}"/>
              </a:ext>
            </a:extLst>
          </p:cNvPr>
          <p:cNvCxnSpPr/>
          <p:nvPr/>
        </p:nvCxnSpPr>
        <p:spPr>
          <a:xfrm>
            <a:off x="6344596" y="4529760"/>
            <a:ext cx="4383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1" name="사각형: 둥근 모서리 1220">
            <a:extLst>
              <a:ext uri="{FF2B5EF4-FFF2-40B4-BE49-F238E27FC236}">
                <a16:creationId xmlns:a16="http://schemas.microsoft.com/office/drawing/2014/main" id="{C0507360-BADC-6DD0-4351-C5AFE12AC582}"/>
              </a:ext>
            </a:extLst>
          </p:cNvPr>
          <p:cNvSpPr/>
          <p:nvPr/>
        </p:nvSpPr>
        <p:spPr>
          <a:xfrm>
            <a:off x="6775928" y="3351265"/>
            <a:ext cx="2379576" cy="2515654"/>
          </a:xfrm>
          <a:prstGeom prst="roundRect">
            <a:avLst>
              <a:gd name="adj" fmla="val 8640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E832C61E-E97F-D6B2-5F32-278325F4AB8B}"/>
              </a:ext>
            </a:extLst>
          </p:cNvPr>
          <p:cNvSpPr txBox="1"/>
          <p:nvPr/>
        </p:nvSpPr>
        <p:spPr>
          <a:xfrm>
            <a:off x="7482264" y="355353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41CED4"/>
                </a:solidFill>
              </a:rPr>
              <a:t>Output</a:t>
            </a:r>
            <a:endParaRPr lang="ko-KR" altLang="en-US" b="1" dirty="0">
              <a:solidFill>
                <a:srgbClr val="41CED4"/>
              </a:solidFill>
            </a:endParaRP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39C024C8-DAE7-074B-2BF9-9D33FF2F4330}"/>
              </a:ext>
            </a:extLst>
          </p:cNvPr>
          <p:cNvSpPr txBox="1"/>
          <p:nvPr/>
        </p:nvSpPr>
        <p:spPr>
          <a:xfrm>
            <a:off x="7287054" y="4051604"/>
            <a:ext cx="13573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/>
              <a:t>Return</a:t>
            </a:r>
          </a:p>
          <a:p>
            <a:pPr algn="ctr"/>
            <a:r>
              <a:rPr lang="en-US" altLang="ko-KR" sz="1600" dirty="0"/>
              <a:t>created</a:t>
            </a:r>
          </a:p>
          <a:p>
            <a:pPr algn="ctr"/>
            <a:r>
              <a:rPr lang="en-US" altLang="ko-KR" sz="1600" dirty="0"/>
              <a:t>commentary</a:t>
            </a:r>
          </a:p>
        </p:txBody>
      </p:sp>
      <p:cxnSp>
        <p:nvCxnSpPr>
          <p:cNvPr id="1224" name="직선 화살표 연결선 1223">
            <a:extLst>
              <a:ext uri="{FF2B5EF4-FFF2-40B4-BE49-F238E27FC236}">
                <a16:creationId xmlns:a16="http://schemas.microsoft.com/office/drawing/2014/main" id="{6A0E201F-8052-63D0-BB3B-7B9654A99EFB}"/>
              </a:ext>
            </a:extLst>
          </p:cNvPr>
          <p:cNvCxnSpPr/>
          <p:nvPr/>
        </p:nvCxnSpPr>
        <p:spPr>
          <a:xfrm>
            <a:off x="9036748" y="4542460"/>
            <a:ext cx="438336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353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232</Words>
  <Application>Microsoft Office PowerPoint</Application>
  <PresentationFormat>와이드스크린</PresentationFormat>
  <Paragraphs>87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최예림</dc:creator>
  <cp:lastModifiedBy>최예림</cp:lastModifiedBy>
  <cp:revision>1</cp:revision>
  <dcterms:created xsi:type="dcterms:W3CDTF">2025-11-13T14:07:19Z</dcterms:created>
  <dcterms:modified xsi:type="dcterms:W3CDTF">2025-11-14T10:04:25Z</dcterms:modified>
</cp:coreProperties>
</file>