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61" r:id="rId4"/>
    <p:sldId id="262" r:id="rId5"/>
  </p:sldIdLst>
  <p:sldSz cx="34199513" cy="43200638"/>
  <p:notesSz cx="6858000" cy="9144000"/>
  <p:defaultTextStyle>
    <a:defPPr>
      <a:defRPr lang="en-US"/>
    </a:defPPr>
    <a:lvl1pPr marL="0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1pPr>
    <a:lvl2pPr marL="629652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2pPr>
    <a:lvl3pPr marL="1259303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3pPr>
    <a:lvl4pPr marL="1888953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4pPr>
    <a:lvl5pPr marL="2518604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5pPr>
    <a:lvl6pPr marL="3148256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6pPr>
    <a:lvl7pPr marL="3777906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7pPr>
    <a:lvl8pPr marL="4407557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8pPr>
    <a:lvl9pPr marL="5037208" algn="l" defTabSz="1259303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2" userDrawn="1">
          <p15:clr>
            <a:srgbClr val="A4A3A4"/>
          </p15:clr>
        </p15:guide>
        <p15:guide id="2" pos="45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91A5"/>
    <a:srgbClr val="94A17A"/>
    <a:srgbClr val="A6A277"/>
    <a:srgbClr val="BB966B"/>
    <a:srgbClr val="6F88AB"/>
    <a:srgbClr val="798DA6"/>
    <a:srgbClr val="89949B"/>
    <a:srgbClr val="90998D"/>
    <a:srgbClr val="91A077"/>
    <a:srgbClr val="BB9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94576" autoAdjust="0"/>
  </p:normalViewPr>
  <p:slideViewPr>
    <p:cSldViewPr>
      <p:cViewPr varScale="1">
        <p:scale>
          <a:sx n="23" d="100"/>
          <a:sy n="23" d="100"/>
        </p:scale>
        <p:origin x="3920" y="320"/>
      </p:cViewPr>
      <p:guideLst>
        <p:guide orient="horz" pos="3042"/>
        <p:guide pos="45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9DF92-25BD-0542-90BE-B0969ACC2976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08213" y="1143000"/>
            <a:ext cx="2441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C7585-ED5C-5C48-9692-12FBFF7F5D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973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C7585-ED5C-5C48-9692-12FBFF7F5D4E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8025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700" y="3000790"/>
            <a:ext cx="12304587" cy="2070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401" y="5473870"/>
            <a:ext cx="10133189" cy="246860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503" y="6207297"/>
            <a:ext cx="12304587" cy="1918538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503" y="4094223"/>
            <a:ext cx="12304587" cy="2113074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53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0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814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67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72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74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6282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801" y="2253948"/>
            <a:ext cx="6393559" cy="637500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58627" y="2253948"/>
            <a:ext cx="6393559" cy="637500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800" y="2162271"/>
            <a:ext cx="6396074" cy="90113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6" indent="0">
              <a:buNone/>
              <a:defRPr sz="2666" b="1"/>
            </a:lvl2pPr>
            <a:lvl3pPr marL="1219070" indent="0">
              <a:buNone/>
              <a:defRPr sz="2400" b="1"/>
            </a:lvl3pPr>
            <a:lvl4pPr marL="1828606" indent="0">
              <a:buNone/>
              <a:defRPr sz="2133" b="1"/>
            </a:lvl4pPr>
            <a:lvl5pPr marL="2438141" indent="0">
              <a:buNone/>
              <a:defRPr sz="2133" b="1"/>
            </a:lvl5pPr>
            <a:lvl6pPr marL="3047676" indent="0">
              <a:buNone/>
              <a:defRPr sz="2133" b="1"/>
            </a:lvl6pPr>
            <a:lvl7pPr marL="3657211" indent="0">
              <a:buNone/>
              <a:defRPr sz="2133" b="1"/>
            </a:lvl7pPr>
            <a:lvl8pPr marL="4266746" indent="0">
              <a:buNone/>
              <a:defRPr sz="2133" b="1"/>
            </a:lvl8pPr>
            <a:lvl9pPr marL="4876282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800" y="3063399"/>
            <a:ext cx="6396074" cy="5565549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53603" y="2162271"/>
            <a:ext cx="6398586" cy="90113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6" indent="0">
              <a:buNone/>
              <a:defRPr sz="2666" b="1"/>
            </a:lvl2pPr>
            <a:lvl3pPr marL="1219070" indent="0">
              <a:buNone/>
              <a:defRPr sz="2400" b="1"/>
            </a:lvl3pPr>
            <a:lvl4pPr marL="1828606" indent="0">
              <a:buNone/>
              <a:defRPr sz="2133" b="1"/>
            </a:lvl4pPr>
            <a:lvl5pPr marL="2438141" indent="0">
              <a:buNone/>
              <a:defRPr sz="2133" b="1"/>
            </a:lvl5pPr>
            <a:lvl6pPr marL="3047676" indent="0">
              <a:buNone/>
              <a:defRPr sz="2133" b="1"/>
            </a:lvl6pPr>
            <a:lvl7pPr marL="3657211" indent="0">
              <a:buNone/>
              <a:defRPr sz="2133" b="1"/>
            </a:lvl7pPr>
            <a:lvl8pPr marL="4266746" indent="0">
              <a:buNone/>
              <a:defRPr sz="2133" b="1"/>
            </a:lvl8pPr>
            <a:lvl9pPr marL="4876282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53603" y="3063399"/>
            <a:ext cx="6398586" cy="5565549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801" y="384602"/>
            <a:ext cx="4762499" cy="163679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9710" y="384604"/>
            <a:ext cx="8092477" cy="8244346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801" y="2021398"/>
            <a:ext cx="4762499" cy="6607552"/>
          </a:xfrm>
        </p:spPr>
        <p:txBody>
          <a:bodyPr/>
          <a:lstStyle>
            <a:lvl1pPr marL="0" indent="0">
              <a:buNone/>
              <a:defRPr sz="1866"/>
            </a:lvl1pPr>
            <a:lvl2pPr marL="609536" indent="0">
              <a:buNone/>
              <a:defRPr sz="1600"/>
            </a:lvl2pPr>
            <a:lvl3pPr marL="1219070" indent="0">
              <a:buNone/>
              <a:defRPr sz="1333"/>
            </a:lvl3pPr>
            <a:lvl4pPr marL="1828606" indent="0">
              <a:buNone/>
              <a:defRPr sz="1200"/>
            </a:lvl4pPr>
            <a:lvl5pPr marL="2438141" indent="0">
              <a:buNone/>
              <a:defRPr sz="1200"/>
            </a:lvl5pPr>
            <a:lvl6pPr marL="3047676" indent="0">
              <a:buNone/>
              <a:defRPr sz="1200"/>
            </a:lvl6pPr>
            <a:lvl7pPr marL="3657211" indent="0">
              <a:buNone/>
              <a:defRPr sz="1200"/>
            </a:lvl7pPr>
            <a:lvl8pPr marL="4266746" indent="0">
              <a:buNone/>
              <a:defRPr sz="1200"/>
            </a:lvl8pPr>
            <a:lvl9pPr marL="4876282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394" y="6761840"/>
            <a:ext cx="8685591" cy="798273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37394" y="863118"/>
            <a:ext cx="8685591" cy="5795862"/>
          </a:xfrm>
        </p:spPr>
        <p:txBody>
          <a:bodyPr/>
          <a:lstStyle>
            <a:lvl1pPr marL="0" indent="0">
              <a:buNone/>
              <a:defRPr sz="4266"/>
            </a:lvl1pPr>
            <a:lvl2pPr marL="609536" indent="0">
              <a:buNone/>
              <a:defRPr sz="3733"/>
            </a:lvl2pPr>
            <a:lvl3pPr marL="1219070" indent="0">
              <a:buNone/>
              <a:defRPr sz="3200"/>
            </a:lvl3pPr>
            <a:lvl4pPr marL="1828606" indent="0">
              <a:buNone/>
              <a:defRPr sz="2666"/>
            </a:lvl4pPr>
            <a:lvl5pPr marL="2438141" indent="0">
              <a:buNone/>
              <a:defRPr sz="2666"/>
            </a:lvl5pPr>
            <a:lvl6pPr marL="3047676" indent="0">
              <a:buNone/>
              <a:defRPr sz="2666"/>
            </a:lvl6pPr>
            <a:lvl7pPr marL="3657211" indent="0">
              <a:buNone/>
              <a:defRPr sz="2666"/>
            </a:lvl7pPr>
            <a:lvl8pPr marL="4266746" indent="0">
              <a:buNone/>
              <a:defRPr sz="2666"/>
            </a:lvl8pPr>
            <a:lvl9pPr marL="4876282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7394" y="7560115"/>
            <a:ext cx="8685591" cy="1133681"/>
          </a:xfrm>
        </p:spPr>
        <p:txBody>
          <a:bodyPr/>
          <a:lstStyle>
            <a:lvl1pPr marL="0" indent="0">
              <a:buNone/>
              <a:defRPr sz="1866"/>
            </a:lvl1pPr>
            <a:lvl2pPr marL="609536" indent="0">
              <a:buNone/>
              <a:defRPr sz="1600"/>
            </a:lvl2pPr>
            <a:lvl3pPr marL="1219070" indent="0">
              <a:buNone/>
              <a:defRPr sz="1333"/>
            </a:lvl3pPr>
            <a:lvl4pPr marL="1828606" indent="0">
              <a:buNone/>
              <a:defRPr sz="1200"/>
            </a:lvl4pPr>
            <a:lvl5pPr marL="2438141" indent="0">
              <a:buNone/>
              <a:defRPr sz="1200"/>
            </a:lvl5pPr>
            <a:lvl6pPr marL="3047676" indent="0">
              <a:buNone/>
              <a:defRPr sz="1200"/>
            </a:lvl6pPr>
            <a:lvl7pPr marL="3657211" indent="0">
              <a:buNone/>
              <a:defRPr sz="1200"/>
            </a:lvl7pPr>
            <a:lvl8pPr marL="4266746" indent="0">
              <a:buNone/>
              <a:defRPr sz="1200"/>
            </a:lvl8pPr>
            <a:lvl9pPr marL="4876282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95089" y="386841"/>
            <a:ext cx="3257097" cy="8242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801" y="386841"/>
            <a:ext cx="9530023" cy="8242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801" y="386839"/>
            <a:ext cx="13028385" cy="1609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801" y="2253948"/>
            <a:ext cx="13028385" cy="6375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801" y="8953181"/>
            <a:ext cx="3377729" cy="514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5963" y="8953181"/>
            <a:ext cx="4584061" cy="514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4457" y="8953181"/>
            <a:ext cx="3377729" cy="514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070" rtl="0" eaLnBrk="1" latinLnBrk="0" hangingPunct="1">
        <a:spcBef>
          <a:spcPct val="0"/>
        </a:spcBef>
        <a:buNone/>
        <a:defRPr sz="5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1" indent="-457151" algn="l" defTabSz="1219070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495" indent="-380959" algn="l" defTabSz="12190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39" indent="-304768" algn="l" defTabSz="12190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74" indent="-304768" algn="l" defTabSz="1219070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909" indent="-304768" algn="l" defTabSz="1219070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2444" indent="-304768" algn="l" defTabSz="121907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979" indent="-304768" algn="l" defTabSz="121907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1514" indent="-304768" algn="l" defTabSz="121907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1050" indent="-304768" algn="l" defTabSz="121907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6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0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06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41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76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11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46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282" algn="l" defTabSz="1219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57"/>
            <a:ext cx="34199513" cy="43200637"/>
          </a:xfrm>
          <a:prstGeom prst="rect">
            <a:avLst/>
          </a:prstGeom>
        </p:spPr>
      </p:pic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2849A7E0-4EF6-F75F-E9CF-BFA85F104FFC}"/>
              </a:ext>
            </a:extLst>
          </p:cNvPr>
          <p:cNvCxnSpPr>
            <a:cxnSpLocks/>
          </p:cNvCxnSpPr>
          <p:nvPr/>
        </p:nvCxnSpPr>
        <p:spPr>
          <a:xfrm>
            <a:off x="33132707" y="950119"/>
            <a:ext cx="0" cy="3092469"/>
          </a:xfrm>
          <a:prstGeom prst="line">
            <a:avLst/>
          </a:prstGeom>
          <a:ln w="139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AA5BB2-D702-C7C1-D35F-E48ADA2F8490}"/>
              </a:ext>
            </a:extLst>
          </p:cNvPr>
          <p:cNvSpPr txBox="1"/>
          <p:nvPr/>
        </p:nvSpPr>
        <p:spPr>
          <a:xfrm>
            <a:off x="7003259" y="967205"/>
            <a:ext cx="252221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0" b="1" dirty="0">
                <a:solidFill>
                  <a:schemeClr val="bg1"/>
                </a:solidFill>
              </a:rPr>
              <a:t>제목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23123-FEDF-64CC-0873-DCE471574A7C}"/>
              </a:ext>
            </a:extLst>
          </p:cNvPr>
          <p:cNvSpPr txBox="1"/>
          <p:nvPr/>
        </p:nvSpPr>
        <p:spPr>
          <a:xfrm>
            <a:off x="7269959" y="3042523"/>
            <a:ext cx="252221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6600" dirty="0">
                <a:solidFill>
                  <a:schemeClr val="bg1"/>
                </a:solidFill>
              </a:rPr>
              <a:t>소속 및 이름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C7F8308-B812-D47E-8A2F-16839B09B4C2}"/>
              </a:ext>
            </a:extLst>
          </p:cNvPr>
          <p:cNvSpPr/>
          <p:nvPr/>
        </p:nvSpPr>
        <p:spPr>
          <a:xfrm>
            <a:off x="1097771" y="4840308"/>
            <a:ext cx="32080185" cy="36612493"/>
          </a:xfrm>
          <a:prstGeom prst="roundRect">
            <a:avLst>
              <a:gd name="adj" fmla="val 8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</a:schemeClr>
                </a:solidFill>
              </a:rPr>
              <a:t> </a:t>
            </a:r>
            <a:endParaRPr kumimoji="1"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AEF5A1-F05A-B9A3-F60A-C7B12E848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0586" y="41813558"/>
            <a:ext cx="9017370" cy="956827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AB6FC11-33F7-CDB5-F073-6DAC8EF7D40D}"/>
              </a:ext>
            </a:extLst>
          </p:cNvPr>
          <p:cNvSpPr/>
          <p:nvPr/>
        </p:nvSpPr>
        <p:spPr>
          <a:xfrm>
            <a:off x="1478766" y="5126087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BCAC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1.</a:t>
            </a:r>
            <a:r>
              <a:rPr kumimoji="1" lang="ko-KR" altLang="en-US" sz="4800" b="1" dirty="0"/>
              <a:t> 요약 </a:t>
            </a:r>
            <a:r>
              <a:rPr kumimoji="1" lang="en-US" altLang="ko-KR" sz="4400" dirty="0"/>
              <a:t>(</a:t>
            </a:r>
            <a:r>
              <a:rPr kumimoji="1" lang="ko-KR" altLang="en-US" sz="4400" dirty="0"/>
              <a:t>배경 </a:t>
            </a:r>
            <a:r>
              <a:rPr kumimoji="1" lang="en-US" altLang="ko-KR" sz="4400" dirty="0"/>
              <a:t>&amp;</a:t>
            </a:r>
            <a:r>
              <a:rPr kumimoji="1" lang="ko-KR" altLang="en-US" sz="4400" dirty="0"/>
              <a:t> 목적</a:t>
            </a:r>
            <a:r>
              <a:rPr kumimoji="1" lang="en-US" altLang="ko-KR" sz="4400" dirty="0"/>
              <a:t>)</a:t>
            </a:r>
            <a:endParaRPr kumimoji="1" lang="ko-KR" altLang="en-US" sz="6000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4FA075E-7FF5-11D9-3504-F54E7344FEF7}"/>
              </a:ext>
            </a:extLst>
          </p:cNvPr>
          <p:cNvSpPr/>
          <p:nvPr/>
        </p:nvSpPr>
        <p:spPr>
          <a:xfrm>
            <a:off x="1478766" y="23733919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B8B2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2.</a:t>
            </a:r>
            <a:r>
              <a:rPr kumimoji="1" lang="ko-KR" altLang="en-US" sz="4800" b="1" dirty="0"/>
              <a:t> 설계과정 </a:t>
            </a:r>
            <a:r>
              <a:rPr kumimoji="1" lang="en-US" altLang="ko-KR" sz="3200" dirty="0"/>
              <a:t>(</a:t>
            </a:r>
            <a:r>
              <a:rPr kumimoji="1" lang="ko-KR" altLang="en-US" sz="3200" dirty="0"/>
              <a:t>실험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장치설계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</a:t>
            </a:r>
            <a:r>
              <a:rPr kumimoji="1" lang="ko-KR" altLang="en-US" sz="3200" dirty="0" err="1"/>
              <a:t>전산모사</a:t>
            </a:r>
            <a:r>
              <a:rPr kumimoji="1" lang="ko-KR" altLang="en-US" sz="3200" dirty="0"/>
              <a:t> 알고리즘 등</a:t>
            </a:r>
            <a:r>
              <a:rPr kumimoji="1" lang="en-US" altLang="ko-KR" sz="3200" dirty="0"/>
              <a:t>)</a:t>
            </a:r>
            <a:endParaRPr kumimoji="1" lang="ko-KR" altLang="en-US" sz="6000" dirty="0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FFD3389-1C6C-1B0C-1CC7-162E98E35911}"/>
              </a:ext>
            </a:extLst>
          </p:cNvPr>
          <p:cNvSpPr/>
          <p:nvPr/>
        </p:nvSpPr>
        <p:spPr>
          <a:xfrm>
            <a:off x="18318956" y="5159720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BCAC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3.</a:t>
            </a:r>
            <a:r>
              <a:rPr kumimoji="1" lang="ko-KR" altLang="en-US" sz="4800" b="1" dirty="0"/>
              <a:t> 결과 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473F276-3E04-14E6-9A13-30EE4FAF15D9}"/>
              </a:ext>
            </a:extLst>
          </p:cNvPr>
          <p:cNvSpPr/>
          <p:nvPr/>
        </p:nvSpPr>
        <p:spPr>
          <a:xfrm>
            <a:off x="18313817" y="23733919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B8B2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4.</a:t>
            </a:r>
            <a:r>
              <a:rPr kumimoji="1" lang="ko-KR" altLang="en-US" sz="4800" b="1" dirty="0"/>
              <a:t> 결론 및 향후 계획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9E7ED-7439-AC9D-D18B-838C37B4B458}"/>
              </a:ext>
            </a:extLst>
          </p:cNvPr>
          <p:cNvSpPr txBox="1"/>
          <p:nvPr/>
        </p:nvSpPr>
        <p:spPr>
          <a:xfrm>
            <a:off x="18414148" y="25301198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4000" dirty="0">
                <a:solidFill>
                  <a:srgbClr val="B9AAA0"/>
                </a:solidFill>
              </a:rPr>
              <a:t>(</a:t>
            </a:r>
            <a:r>
              <a:rPr kumimoji="1" lang="ko-KR" altLang="en-US" sz="4000" dirty="0">
                <a:solidFill>
                  <a:srgbClr val="B9AAA0"/>
                </a:solidFill>
              </a:rPr>
              <a:t>주어진 테마에 대한 추가연구가 필요한 경우 기술</a:t>
            </a:r>
            <a:r>
              <a:rPr kumimoji="1" lang="en-US" altLang="ko-KR" sz="4000" dirty="0">
                <a:solidFill>
                  <a:srgbClr val="B9AAA0"/>
                </a:solidFill>
              </a:rPr>
              <a:t>)</a:t>
            </a: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lang="ko-KR" altLang="en-US" sz="4000" dirty="0">
              <a:solidFill>
                <a:srgbClr val="B9AA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2D7412-82BF-5178-2C5C-7A222CDBEEC1}"/>
              </a:ext>
            </a:extLst>
          </p:cNvPr>
          <p:cNvSpPr txBox="1"/>
          <p:nvPr/>
        </p:nvSpPr>
        <p:spPr>
          <a:xfrm>
            <a:off x="1594791" y="25251444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B9AAA0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B9AAA0"/>
                </a:solidFill>
              </a:rPr>
              <a:t>/</a:t>
            </a:r>
            <a:r>
              <a:rPr kumimoji="1" lang="ko-KR" altLang="en-US" sz="4000" dirty="0">
                <a:solidFill>
                  <a:srgbClr val="B9AAA0"/>
                </a:solidFill>
              </a:rPr>
              <a:t> 사진 첨부</a:t>
            </a:r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r>
              <a:rPr lang="en-US" altLang="ko-KR" sz="4000" dirty="0">
                <a:solidFill>
                  <a:srgbClr val="B9AAA0"/>
                </a:solidFill>
              </a:rPr>
              <a:t> </a:t>
            </a:r>
            <a:endParaRPr lang="ko-KR" altLang="en-US" sz="4000" dirty="0">
              <a:solidFill>
                <a:srgbClr val="B9AA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A108D-87F0-59ED-A395-734CEFE3E65D}"/>
              </a:ext>
            </a:extLst>
          </p:cNvPr>
          <p:cNvSpPr txBox="1"/>
          <p:nvPr/>
        </p:nvSpPr>
        <p:spPr>
          <a:xfrm>
            <a:off x="1516861" y="6646448"/>
            <a:ext cx="1447800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B9AAA0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B9AAA0"/>
                </a:solidFill>
              </a:rPr>
              <a:t>/</a:t>
            </a:r>
            <a:r>
              <a:rPr kumimoji="1" lang="ko-KR" altLang="en-US" sz="4000" dirty="0">
                <a:solidFill>
                  <a:srgbClr val="B9AAA0"/>
                </a:solidFill>
              </a:rPr>
              <a:t> 사진 첨부</a:t>
            </a:r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lang="ko-KR" altLang="en-US" sz="4000" dirty="0">
              <a:solidFill>
                <a:srgbClr val="B9AA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3E332-90EE-5813-6BF6-7F21919102C0}"/>
              </a:ext>
            </a:extLst>
          </p:cNvPr>
          <p:cNvSpPr txBox="1"/>
          <p:nvPr/>
        </p:nvSpPr>
        <p:spPr>
          <a:xfrm>
            <a:off x="18298122" y="6715421"/>
            <a:ext cx="14554191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B9AAA0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B9AAA0"/>
                </a:solidFill>
              </a:rPr>
              <a:t>/</a:t>
            </a:r>
            <a:r>
              <a:rPr kumimoji="1" lang="ko-KR" altLang="en-US" sz="4000" dirty="0">
                <a:solidFill>
                  <a:srgbClr val="B9AAA0"/>
                </a:solidFill>
              </a:rPr>
              <a:t> 사진 첨부</a:t>
            </a:r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kumimoji="1" lang="en-US" altLang="ko-KR" sz="4000" dirty="0">
              <a:solidFill>
                <a:srgbClr val="B9AAA0"/>
              </a:solidFill>
            </a:endParaRPr>
          </a:p>
          <a:p>
            <a:endParaRPr lang="ko-KR" altLang="en-US" sz="4000" dirty="0">
              <a:solidFill>
                <a:srgbClr val="B9AA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rgbClr val="AA9C70"/>
            </a:gs>
            <a:gs pos="0">
              <a:srgbClr val="A8A57C"/>
            </a:gs>
            <a:gs pos="27000">
              <a:srgbClr val="ABA278"/>
            </a:gs>
            <a:gs pos="49000">
              <a:srgbClr val="ACA077"/>
            </a:gs>
            <a:gs pos="100000">
              <a:srgbClr val="BB966C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D7E8367D-338A-7B8E-E5BE-F4B94817C53B}"/>
              </a:ext>
            </a:extLst>
          </p:cNvPr>
          <p:cNvCxnSpPr>
            <a:cxnSpLocks/>
          </p:cNvCxnSpPr>
          <p:nvPr/>
        </p:nvCxnSpPr>
        <p:spPr>
          <a:xfrm>
            <a:off x="33132707" y="950119"/>
            <a:ext cx="0" cy="3092469"/>
          </a:xfrm>
          <a:prstGeom prst="line">
            <a:avLst/>
          </a:prstGeom>
          <a:ln w="139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9D27C6-EE09-677D-AAF6-93AC30F11A1B}"/>
              </a:ext>
            </a:extLst>
          </p:cNvPr>
          <p:cNvSpPr txBox="1"/>
          <p:nvPr/>
        </p:nvSpPr>
        <p:spPr>
          <a:xfrm>
            <a:off x="7003259" y="967205"/>
            <a:ext cx="252221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0" b="1" dirty="0">
                <a:solidFill>
                  <a:schemeClr val="bg1"/>
                </a:solidFill>
              </a:rPr>
              <a:t>제목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97AB9-9B6E-355C-B7E8-5036365C76C3}"/>
              </a:ext>
            </a:extLst>
          </p:cNvPr>
          <p:cNvSpPr txBox="1"/>
          <p:nvPr/>
        </p:nvSpPr>
        <p:spPr>
          <a:xfrm>
            <a:off x="7269959" y="3042523"/>
            <a:ext cx="252221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6600" dirty="0">
                <a:solidFill>
                  <a:schemeClr val="bg1"/>
                </a:solidFill>
              </a:rPr>
              <a:t>소속 및 이름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CF6E88F-1EC8-310B-42AE-7371024DD5E2}"/>
              </a:ext>
            </a:extLst>
          </p:cNvPr>
          <p:cNvSpPr/>
          <p:nvPr/>
        </p:nvSpPr>
        <p:spPr>
          <a:xfrm>
            <a:off x="1097771" y="4840308"/>
            <a:ext cx="32080185" cy="36612493"/>
          </a:xfrm>
          <a:prstGeom prst="roundRect">
            <a:avLst>
              <a:gd name="adj" fmla="val 8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</a:schemeClr>
                </a:solidFill>
              </a:rPr>
              <a:t> </a:t>
            </a:r>
            <a:endParaRPr kumimoji="1"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AB354FF-7EC9-2204-F89B-E8F90BB6BBDA}"/>
              </a:ext>
            </a:extLst>
          </p:cNvPr>
          <p:cNvSpPr/>
          <p:nvPr/>
        </p:nvSpPr>
        <p:spPr>
          <a:xfrm>
            <a:off x="1478766" y="5126087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BB96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1.</a:t>
            </a:r>
            <a:r>
              <a:rPr kumimoji="1" lang="ko-KR" altLang="en-US" sz="4800" b="1" dirty="0"/>
              <a:t> 요약 </a:t>
            </a:r>
            <a:r>
              <a:rPr kumimoji="1" lang="en-US" altLang="ko-KR" sz="4400" dirty="0"/>
              <a:t>(</a:t>
            </a:r>
            <a:r>
              <a:rPr kumimoji="1" lang="ko-KR" altLang="en-US" sz="4400" dirty="0"/>
              <a:t>배경 </a:t>
            </a:r>
            <a:r>
              <a:rPr kumimoji="1" lang="en-US" altLang="ko-KR" sz="4400" dirty="0"/>
              <a:t>&amp;</a:t>
            </a:r>
            <a:r>
              <a:rPr kumimoji="1" lang="ko-KR" altLang="en-US" sz="4400" dirty="0"/>
              <a:t> 목적</a:t>
            </a:r>
            <a:r>
              <a:rPr kumimoji="1" lang="en-US" altLang="ko-KR" sz="4400" dirty="0"/>
              <a:t>)</a:t>
            </a:r>
            <a:endParaRPr kumimoji="1" lang="ko-KR" altLang="en-US" sz="6000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CC65018-3626-40FE-6500-BF6384F85603}"/>
              </a:ext>
            </a:extLst>
          </p:cNvPr>
          <p:cNvSpPr/>
          <p:nvPr/>
        </p:nvSpPr>
        <p:spPr>
          <a:xfrm>
            <a:off x="1478766" y="23733919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A6A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2.</a:t>
            </a:r>
            <a:r>
              <a:rPr kumimoji="1" lang="ko-KR" altLang="en-US" sz="4800" b="1" dirty="0"/>
              <a:t> 설계과정 </a:t>
            </a:r>
            <a:r>
              <a:rPr kumimoji="1" lang="en-US" altLang="ko-KR" sz="3200" dirty="0"/>
              <a:t>(</a:t>
            </a:r>
            <a:r>
              <a:rPr kumimoji="1" lang="ko-KR" altLang="en-US" sz="3200" dirty="0"/>
              <a:t>실험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장치설계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</a:t>
            </a:r>
            <a:r>
              <a:rPr kumimoji="1" lang="ko-KR" altLang="en-US" sz="3200" dirty="0" err="1"/>
              <a:t>전산모사</a:t>
            </a:r>
            <a:r>
              <a:rPr kumimoji="1" lang="ko-KR" altLang="en-US" sz="3200" dirty="0"/>
              <a:t> 알고리즘 등</a:t>
            </a:r>
            <a:r>
              <a:rPr kumimoji="1" lang="en-US" altLang="ko-KR" sz="3200" dirty="0"/>
              <a:t>)</a:t>
            </a:r>
            <a:endParaRPr kumimoji="1" lang="ko-KR" altLang="en-US" sz="6000" dirty="0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1CA70FC-0D28-60E9-8B9A-2975D9F769BB}"/>
              </a:ext>
            </a:extLst>
          </p:cNvPr>
          <p:cNvSpPr/>
          <p:nvPr/>
        </p:nvSpPr>
        <p:spPr>
          <a:xfrm>
            <a:off x="18318956" y="5159720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BB96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3.</a:t>
            </a:r>
            <a:r>
              <a:rPr kumimoji="1" lang="ko-KR" altLang="en-US" sz="4800" b="1" dirty="0"/>
              <a:t> 결과 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AB305B4-FBDC-91C6-6EB6-A391F6DB08D5}"/>
              </a:ext>
            </a:extLst>
          </p:cNvPr>
          <p:cNvSpPr/>
          <p:nvPr/>
        </p:nvSpPr>
        <p:spPr>
          <a:xfrm>
            <a:off x="18313817" y="23733919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A6A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4.</a:t>
            </a:r>
            <a:r>
              <a:rPr kumimoji="1" lang="ko-KR" altLang="en-US" sz="4800" b="1" dirty="0"/>
              <a:t> 결론 및 향후 계획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0D64E-F070-2131-5080-7B283BFB438D}"/>
              </a:ext>
            </a:extLst>
          </p:cNvPr>
          <p:cNvSpPr txBox="1"/>
          <p:nvPr/>
        </p:nvSpPr>
        <p:spPr>
          <a:xfrm>
            <a:off x="18414148" y="25301198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4000" dirty="0">
                <a:solidFill>
                  <a:srgbClr val="A6A277"/>
                </a:solidFill>
              </a:rPr>
              <a:t>(</a:t>
            </a:r>
            <a:r>
              <a:rPr kumimoji="1" lang="ko-KR" altLang="en-US" sz="4000" dirty="0">
                <a:solidFill>
                  <a:srgbClr val="A6A277"/>
                </a:solidFill>
              </a:rPr>
              <a:t>주어진 테마에 대한 추가연구가 필요한 경우 기술</a:t>
            </a:r>
            <a:r>
              <a:rPr kumimoji="1" lang="en-US" altLang="ko-KR" sz="4000" dirty="0">
                <a:solidFill>
                  <a:srgbClr val="A6A277"/>
                </a:solidFill>
              </a:rPr>
              <a:t>)</a:t>
            </a: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lang="ko-KR" altLang="en-US" sz="4000" dirty="0">
              <a:solidFill>
                <a:srgbClr val="A6A27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B48312-7148-61CF-6F59-4205BA26B070}"/>
              </a:ext>
            </a:extLst>
          </p:cNvPr>
          <p:cNvSpPr txBox="1"/>
          <p:nvPr/>
        </p:nvSpPr>
        <p:spPr>
          <a:xfrm>
            <a:off x="1594791" y="25251444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A6A277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A6A277"/>
                </a:solidFill>
              </a:rPr>
              <a:t>/</a:t>
            </a:r>
            <a:r>
              <a:rPr kumimoji="1" lang="ko-KR" altLang="en-US" sz="4000" dirty="0">
                <a:solidFill>
                  <a:srgbClr val="A6A277"/>
                </a:solidFill>
              </a:rPr>
              <a:t> 사진 첨부</a:t>
            </a:r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endParaRPr kumimoji="1" lang="en-US" altLang="ko-KR" sz="4000" dirty="0">
              <a:solidFill>
                <a:srgbClr val="A6A277"/>
              </a:solidFill>
            </a:endParaRPr>
          </a:p>
          <a:p>
            <a:r>
              <a:rPr lang="en-US" altLang="ko-KR" sz="4000" dirty="0">
                <a:solidFill>
                  <a:srgbClr val="A6A277"/>
                </a:solidFill>
              </a:rPr>
              <a:t> </a:t>
            </a:r>
            <a:endParaRPr lang="ko-KR" altLang="en-US" sz="4000" dirty="0">
              <a:solidFill>
                <a:srgbClr val="A6A277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E3E60-8E59-7679-48A4-58573E251A11}"/>
              </a:ext>
            </a:extLst>
          </p:cNvPr>
          <p:cNvSpPr txBox="1"/>
          <p:nvPr/>
        </p:nvSpPr>
        <p:spPr>
          <a:xfrm>
            <a:off x="1516861" y="6646448"/>
            <a:ext cx="1447800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BB966B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BB966B"/>
                </a:solidFill>
              </a:rPr>
              <a:t>/</a:t>
            </a:r>
            <a:r>
              <a:rPr kumimoji="1" lang="ko-KR" altLang="en-US" sz="4000" dirty="0">
                <a:solidFill>
                  <a:srgbClr val="BB966B"/>
                </a:solidFill>
              </a:rPr>
              <a:t> 사진 첨부</a:t>
            </a:r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lang="ko-KR" altLang="en-US" sz="4000" dirty="0">
              <a:solidFill>
                <a:srgbClr val="BB966B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6D43CF-89B3-6938-3582-FECDB8A3540B}"/>
              </a:ext>
            </a:extLst>
          </p:cNvPr>
          <p:cNvSpPr txBox="1"/>
          <p:nvPr/>
        </p:nvSpPr>
        <p:spPr>
          <a:xfrm>
            <a:off x="18298122" y="6715421"/>
            <a:ext cx="14554191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BB966B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BB966B"/>
                </a:solidFill>
              </a:rPr>
              <a:t>/</a:t>
            </a:r>
            <a:r>
              <a:rPr kumimoji="1" lang="ko-KR" altLang="en-US" sz="4000" dirty="0">
                <a:solidFill>
                  <a:srgbClr val="BB966B"/>
                </a:solidFill>
              </a:rPr>
              <a:t> 사진 첨부</a:t>
            </a:r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kumimoji="1" lang="en-US" altLang="ko-KR" sz="4000" dirty="0">
              <a:solidFill>
                <a:srgbClr val="BB966B"/>
              </a:solidFill>
            </a:endParaRPr>
          </a:p>
          <a:p>
            <a:endParaRPr lang="ko-KR" altLang="en-US" sz="4000" dirty="0">
              <a:solidFill>
                <a:srgbClr val="BB966B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EB9200B-6E2A-30F4-34BF-C0836CAC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586" y="41813558"/>
            <a:ext cx="9017370" cy="9568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rgbClr val="90998D"/>
            </a:gs>
            <a:gs pos="0">
              <a:srgbClr val="6F88AB"/>
            </a:gs>
            <a:gs pos="27000">
              <a:srgbClr val="798DA6"/>
            </a:gs>
            <a:gs pos="49000">
              <a:srgbClr val="89949B"/>
            </a:gs>
            <a:gs pos="100000">
              <a:srgbClr val="91A07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52BD5094-A0CB-CC9A-96F8-06151056BC7A}"/>
              </a:ext>
            </a:extLst>
          </p:cNvPr>
          <p:cNvCxnSpPr>
            <a:cxnSpLocks/>
          </p:cNvCxnSpPr>
          <p:nvPr/>
        </p:nvCxnSpPr>
        <p:spPr>
          <a:xfrm>
            <a:off x="33132707" y="950119"/>
            <a:ext cx="0" cy="3092469"/>
          </a:xfrm>
          <a:prstGeom prst="line">
            <a:avLst/>
          </a:prstGeom>
          <a:ln w="139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C6CAD0-9C55-D4E5-3DBB-113C0DED48C2}"/>
              </a:ext>
            </a:extLst>
          </p:cNvPr>
          <p:cNvSpPr txBox="1"/>
          <p:nvPr/>
        </p:nvSpPr>
        <p:spPr>
          <a:xfrm>
            <a:off x="7003259" y="967205"/>
            <a:ext cx="252221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0" b="1" dirty="0">
                <a:solidFill>
                  <a:schemeClr val="bg1"/>
                </a:solidFill>
              </a:rPr>
              <a:t>제목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E534E-C496-D1C1-9751-08A7566D6403}"/>
              </a:ext>
            </a:extLst>
          </p:cNvPr>
          <p:cNvSpPr txBox="1"/>
          <p:nvPr/>
        </p:nvSpPr>
        <p:spPr>
          <a:xfrm>
            <a:off x="7269959" y="3042523"/>
            <a:ext cx="252221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6600" dirty="0">
                <a:solidFill>
                  <a:schemeClr val="bg1"/>
                </a:solidFill>
              </a:rPr>
              <a:t>소속 및 이름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0142C00-0837-ADC8-C536-06F83C78A7FC}"/>
              </a:ext>
            </a:extLst>
          </p:cNvPr>
          <p:cNvSpPr/>
          <p:nvPr/>
        </p:nvSpPr>
        <p:spPr>
          <a:xfrm>
            <a:off x="1097771" y="4840308"/>
            <a:ext cx="32080185" cy="36612493"/>
          </a:xfrm>
          <a:prstGeom prst="roundRect">
            <a:avLst>
              <a:gd name="adj" fmla="val 8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</a:schemeClr>
                </a:solidFill>
              </a:rPr>
              <a:t> </a:t>
            </a:r>
            <a:endParaRPr kumimoji="1"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6164C08-BDA0-0E24-BACE-81D35BC4F275}"/>
              </a:ext>
            </a:extLst>
          </p:cNvPr>
          <p:cNvSpPr/>
          <p:nvPr/>
        </p:nvSpPr>
        <p:spPr>
          <a:xfrm>
            <a:off x="1478766" y="5126087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94A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1.</a:t>
            </a:r>
            <a:r>
              <a:rPr kumimoji="1" lang="ko-KR" altLang="en-US" sz="4800" b="1" dirty="0"/>
              <a:t> 요약 </a:t>
            </a:r>
            <a:r>
              <a:rPr kumimoji="1" lang="en-US" altLang="ko-KR" sz="4400" dirty="0"/>
              <a:t>(</a:t>
            </a:r>
            <a:r>
              <a:rPr kumimoji="1" lang="ko-KR" altLang="en-US" sz="4400" dirty="0"/>
              <a:t>배경 </a:t>
            </a:r>
            <a:r>
              <a:rPr kumimoji="1" lang="en-US" altLang="ko-KR" sz="4400" dirty="0"/>
              <a:t>&amp;</a:t>
            </a:r>
            <a:r>
              <a:rPr kumimoji="1" lang="ko-KR" altLang="en-US" sz="4400" dirty="0"/>
              <a:t> 목적</a:t>
            </a:r>
            <a:r>
              <a:rPr kumimoji="1" lang="en-US" altLang="ko-KR" sz="4400" dirty="0"/>
              <a:t>)</a:t>
            </a:r>
            <a:endParaRPr kumimoji="1" lang="ko-KR" altLang="en-US" sz="6000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D9E7D87-4D1C-A157-3E67-F10C93E1AF7F}"/>
              </a:ext>
            </a:extLst>
          </p:cNvPr>
          <p:cNvSpPr/>
          <p:nvPr/>
        </p:nvSpPr>
        <p:spPr>
          <a:xfrm>
            <a:off x="1478766" y="23733919"/>
            <a:ext cx="14554190" cy="1080000"/>
          </a:xfrm>
          <a:prstGeom prst="roundRect">
            <a:avLst>
              <a:gd name="adj" fmla="val 11219"/>
            </a:avLst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2.</a:t>
            </a:r>
            <a:r>
              <a:rPr kumimoji="1" lang="ko-KR" altLang="en-US" sz="4800" b="1" dirty="0"/>
              <a:t> 설계과정 </a:t>
            </a:r>
            <a:r>
              <a:rPr kumimoji="1" lang="en-US" altLang="ko-KR" sz="3200" dirty="0"/>
              <a:t>(</a:t>
            </a:r>
            <a:r>
              <a:rPr kumimoji="1" lang="ko-KR" altLang="en-US" sz="3200" dirty="0"/>
              <a:t>실험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장치설계</a:t>
            </a:r>
            <a:r>
              <a:rPr kumimoji="1" lang="en-US" altLang="ko-KR" sz="3200" dirty="0"/>
              <a:t>,</a:t>
            </a:r>
            <a:r>
              <a:rPr kumimoji="1" lang="ko-KR" altLang="en-US" sz="3200" dirty="0"/>
              <a:t> </a:t>
            </a:r>
            <a:r>
              <a:rPr kumimoji="1" lang="ko-KR" altLang="en-US" sz="3200" dirty="0" err="1"/>
              <a:t>전산모사</a:t>
            </a:r>
            <a:r>
              <a:rPr kumimoji="1" lang="ko-KR" altLang="en-US" sz="3200" dirty="0"/>
              <a:t> 알고리즘 등</a:t>
            </a:r>
            <a:r>
              <a:rPr kumimoji="1" lang="en-US" altLang="ko-KR" sz="3200" dirty="0"/>
              <a:t>)</a:t>
            </a:r>
            <a:endParaRPr kumimoji="1" lang="ko-KR" altLang="en-US" sz="6000" dirty="0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5E12C55-E87C-3CFB-159A-13F9E62EE49C}"/>
              </a:ext>
            </a:extLst>
          </p:cNvPr>
          <p:cNvSpPr/>
          <p:nvPr/>
        </p:nvSpPr>
        <p:spPr>
          <a:xfrm>
            <a:off x="18318956" y="5159720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94A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3.</a:t>
            </a:r>
            <a:r>
              <a:rPr kumimoji="1" lang="ko-KR" altLang="en-US" sz="4800" b="1" dirty="0"/>
              <a:t> 결과 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9DCFDD8-D122-D42D-887D-5A3C82ABEA1B}"/>
              </a:ext>
            </a:extLst>
          </p:cNvPr>
          <p:cNvSpPr/>
          <p:nvPr/>
        </p:nvSpPr>
        <p:spPr>
          <a:xfrm>
            <a:off x="18313817" y="23733919"/>
            <a:ext cx="14522802" cy="1080000"/>
          </a:xfrm>
          <a:prstGeom prst="roundRect">
            <a:avLst>
              <a:gd name="adj" fmla="val 11219"/>
            </a:avLst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4800" b="1" dirty="0"/>
              <a:t> </a:t>
            </a:r>
            <a:r>
              <a:rPr kumimoji="1" lang="en-US" altLang="ko-KR" sz="4800" b="1" dirty="0"/>
              <a:t>4.</a:t>
            </a:r>
            <a:r>
              <a:rPr kumimoji="1" lang="ko-KR" altLang="en-US" sz="4800" b="1" dirty="0"/>
              <a:t> 결론 및 향후 계획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580A1-9759-3037-945B-537CA0F82F48}"/>
              </a:ext>
            </a:extLst>
          </p:cNvPr>
          <p:cNvSpPr txBox="1"/>
          <p:nvPr/>
        </p:nvSpPr>
        <p:spPr>
          <a:xfrm>
            <a:off x="18414148" y="25301198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4000" dirty="0">
                <a:solidFill>
                  <a:srgbClr val="8191A5"/>
                </a:solidFill>
              </a:rPr>
              <a:t>(</a:t>
            </a:r>
            <a:r>
              <a:rPr kumimoji="1" lang="ko-KR" altLang="en-US" sz="4000" dirty="0">
                <a:solidFill>
                  <a:srgbClr val="8191A5"/>
                </a:solidFill>
              </a:rPr>
              <a:t>주어진 테마에 대한 추가연구가 필요한 경우 기술</a:t>
            </a:r>
            <a:r>
              <a:rPr kumimoji="1" lang="en-US" altLang="ko-KR" sz="4000" dirty="0">
                <a:solidFill>
                  <a:srgbClr val="8191A5"/>
                </a:solidFill>
              </a:rPr>
              <a:t>)</a:t>
            </a: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lang="ko-KR" altLang="en-US" sz="4000" dirty="0">
              <a:solidFill>
                <a:srgbClr val="8191A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FCC974-2073-3888-2CB5-5F29839A1D26}"/>
              </a:ext>
            </a:extLst>
          </p:cNvPr>
          <p:cNvSpPr txBox="1"/>
          <p:nvPr/>
        </p:nvSpPr>
        <p:spPr>
          <a:xfrm>
            <a:off x="1594791" y="25251444"/>
            <a:ext cx="1432214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8191A5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8191A5"/>
                </a:solidFill>
              </a:rPr>
              <a:t>/</a:t>
            </a:r>
            <a:r>
              <a:rPr kumimoji="1" lang="ko-KR" altLang="en-US" sz="4000" dirty="0">
                <a:solidFill>
                  <a:srgbClr val="8191A5"/>
                </a:solidFill>
              </a:rPr>
              <a:t> 사진 첨부</a:t>
            </a:r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endParaRPr kumimoji="1" lang="en-US" altLang="ko-KR" sz="4000" dirty="0">
              <a:solidFill>
                <a:srgbClr val="8191A5"/>
              </a:solidFill>
            </a:endParaRPr>
          </a:p>
          <a:p>
            <a:r>
              <a:rPr lang="en-US" altLang="ko-KR" sz="4000" dirty="0">
                <a:solidFill>
                  <a:srgbClr val="8191A5"/>
                </a:solidFill>
              </a:rPr>
              <a:t> </a:t>
            </a:r>
            <a:endParaRPr lang="ko-KR" altLang="en-US" sz="4000" dirty="0">
              <a:solidFill>
                <a:srgbClr val="8191A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7756C-616F-7371-E76F-68EBA0F2840E}"/>
              </a:ext>
            </a:extLst>
          </p:cNvPr>
          <p:cNvSpPr txBox="1"/>
          <p:nvPr/>
        </p:nvSpPr>
        <p:spPr>
          <a:xfrm>
            <a:off x="1516861" y="6646448"/>
            <a:ext cx="14478000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94A17A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94A17A"/>
                </a:solidFill>
              </a:rPr>
              <a:t>/</a:t>
            </a:r>
            <a:r>
              <a:rPr kumimoji="1" lang="ko-KR" altLang="en-US" sz="4000" dirty="0">
                <a:solidFill>
                  <a:srgbClr val="94A17A"/>
                </a:solidFill>
              </a:rPr>
              <a:t> 사진 첨부</a:t>
            </a:r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lang="ko-KR" altLang="en-US" sz="4000" dirty="0">
              <a:solidFill>
                <a:srgbClr val="94A17A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43A9D-18F9-12DA-72AE-F79A809DFAC2}"/>
              </a:ext>
            </a:extLst>
          </p:cNvPr>
          <p:cNvSpPr txBox="1"/>
          <p:nvPr/>
        </p:nvSpPr>
        <p:spPr>
          <a:xfrm>
            <a:off x="18298122" y="6715421"/>
            <a:ext cx="14554191" cy="1609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4000" dirty="0">
                <a:solidFill>
                  <a:srgbClr val="94A17A"/>
                </a:solidFill>
              </a:rPr>
              <a:t>설명 및 그림 </a:t>
            </a:r>
            <a:r>
              <a:rPr kumimoji="1" lang="en-US" altLang="ko-KR" sz="4000" dirty="0">
                <a:solidFill>
                  <a:srgbClr val="94A17A"/>
                </a:solidFill>
              </a:rPr>
              <a:t>/</a:t>
            </a:r>
            <a:r>
              <a:rPr kumimoji="1" lang="ko-KR" altLang="en-US" sz="4000" dirty="0">
                <a:solidFill>
                  <a:srgbClr val="94A17A"/>
                </a:solidFill>
              </a:rPr>
              <a:t> 사진 첨부</a:t>
            </a:r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kumimoji="1" lang="en-US" altLang="ko-KR" sz="4000" dirty="0">
              <a:solidFill>
                <a:srgbClr val="94A17A"/>
              </a:solidFill>
            </a:endParaRPr>
          </a:p>
          <a:p>
            <a:endParaRPr lang="ko-KR" altLang="en-US" sz="4000" dirty="0">
              <a:solidFill>
                <a:srgbClr val="94A17A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96B3A31-27F1-76AE-E07E-34F23D3C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586" y="41813558"/>
            <a:ext cx="9017370" cy="956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07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199</Words>
  <Application>Microsoft Macintosh PowerPoint</Application>
  <PresentationFormat>사용자 지정</PresentationFormat>
  <Paragraphs>316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최용진</dc:creator>
  <cp:lastModifiedBy>위다연</cp:lastModifiedBy>
  <cp:revision>44</cp:revision>
  <dcterms:created xsi:type="dcterms:W3CDTF">2006-08-16T00:00:00Z</dcterms:created>
  <dcterms:modified xsi:type="dcterms:W3CDTF">2025-09-30T02:05:31Z</dcterms:modified>
</cp:coreProperties>
</file>