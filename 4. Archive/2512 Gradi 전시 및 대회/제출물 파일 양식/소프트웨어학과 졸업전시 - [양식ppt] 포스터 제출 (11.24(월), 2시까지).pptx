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4" r:id="rId2"/>
    <p:sldId id="259" r:id="rId3"/>
    <p:sldId id="265" r:id="rId4"/>
  </p:sldIdLst>
  <p:sldSz cx="32399288" cy="50399950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04" userDrawn="1">
          <p15:clr>
            <a:srgbClr val="A4A3A4"/>
          </p15:clr>
        </p15:guide>
        <p15:guide id="2" pos="102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A8DC1"/>
    <a:srgbClr val="555BA7"/>
    <a:srgbClr val="CEE0EC"/>
    <a:srgbClr val="3364AB"/>
    <a:srgbClr val="E1E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64" autoAdjust="0"/>
    <p:restoredTop sz="94660"/>
  </p:normalViewPr>
  <p:slideViewPr>
    <p:cSldViewPr snapToGrid="0" showGuides="1">
      <p:cViewPr varScale="1">
        <p:scale>
          <a:sx n="17" d="100"/>
          <a:sy n="17" d="100"/>
        </p:scale>
        <p:origin x="4008" y="248"/>
      </p:cViewPr>
      <p:guideLst>
        <p:guide orient="horz" pos="14604"/>
        <p:guide pos="102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8248329"/>
            <a:ext cx="27539395" cy="17546649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6471644"/>
            <a:ext cx="24299466" cy="12168318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720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97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2565002"/>
            <a:ext cx="27944386" cy="20964976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33728315"/>
            <a:ext cx="27944386" cy="11024985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84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3416653"/>
            <a:ext cx="13769697" cy="31978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3416653"/>
            <a:ext cx="13769697" cy="31978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68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683342"/>
            <a:ext cx="27944386" cy="9741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2354992"/>
            <a:ext cx="13706415" cy="6054990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8409982"/>
            <a:ext cx="13706415" cy="27078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2354992"/>
            <a:ext cx="13773917" cy="6054990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8409982"/>
            <a:ext cx="13773917" cy="27078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449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869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82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3359997"/>
            <a:ext cx="10449614" cy="11759988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7256671"/>
            <a:ext cx="16402140" cy="35816631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5119985"/>
            <a:ext cx="10449614" cy="28011643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588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3359997"/>
            <a:ext cx="10449614" cy="11759988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7256671"/>
            <a:ext cx="16402140" cy="35816631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5119985"/>
            <a:ext cx="10449614" cy="28011643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425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14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683331"/>
            <a:ext cx="6986096" cy="42711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683331"/>
            <a:ext cx="20553298" cy="42711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034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683342"/>
            <a:ext cx="27944386" cy="9741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3416653"/>
            <a:ext cx="27944386" cy="31978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6713298"/>
            <a:ext cx="7289840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AE1C1-3317-4955-BB82-30AC702206B0}" type="datetimeFigureOut">
              <a:rPr lang="ko-KR" altLang="en-US" smtClean="0"/>
              <a:t>2025. 11. 17.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6713298"/>
            <a:ext cx="10934760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6713298"/>
            <a:ext cx="7289840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9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28288A8-9211-45DE-A251-7D153CD4F046}"/>
              </a:ext>
            </a:extLst>
          </p:cNvPr>
          <p:cNvSpPr/>
          <p:nvPr/>
        </p:nvSpPr>
        <p:spPr>
          <a:xfrm>
            <a:off x="-2089216" y="1881951"/>
            <a:ext cx="36571367" cy="46140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999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2025 </a:t>
            </a:r>
            <a:r>
              <a:rPr lang="ko-KR" altLang="en-US" sz="13999" b="1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캡스톤</a:t>
            </a:r>
            <a:r>
              <a:rPr lang="ko-KR" altLang="en-US" sz="13999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페스티벌</a:t>
            </a:r>
            <a:endParaRPr lang="en-US" altLang="ko-KR" sz="13999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/>
            <a:r>
              <a:rPr lang="en-US" altLang="ko-KR" sz="13999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‘</a:t>
            </a:r>
            <a:r>
              <a:rPr lang="ko-KR" altLang="en-US" sz="13999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전시 출품작</a:t>
            </a:r>
            <a:r>
              <a:rPr lang="en-US" altLang="ko-KR" sz="13999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’ </a:t>
            </a:r>
            <a:r>
              <a:rPr lang="ko-KR" altLang="en-US" sz="13999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부스 판넬용 </a:t>
            </a:r>
            <a:r>
              <a:rPr lang="en-US" altLang="ko-KR" sz="13999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PPT </a:t>
            </a:r>
            <a:r>
              <a:rPr lang="ko-KR" altLang="en-US" sz="13999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제출 안내</a:t>
            </a:r>
            <a:endParaRPr lang="en-US" altLang="ko-KR" sz="13999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D8011-823F-4084-8135-C8EB471AB6B3}"/>
              </a:ext>
            </a:extLst>
          </p:cNvPr>
          <p:cNvSpPr txBox="1"/>
          <p:nvPr/>
        </p:nvSpPr>
        <p:spPr>
          <a:xfrm>
            <a:off x="-831183" y="7163140"/>
            <a:ext cx="33855136" cy="1234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700" b="1" dirty="0">
                <a:solidFill>
                  <a:srgbClr val="0000FF"/>
                </a:solidFill>
              </a:rPr>
              <a:t>(</a:t>
            </a:r>
            <a:r>
              <a:rPr lang="ko-KR" altLang="en-US" sz="7700" b="1" dirty="0">
                <a:solidFill>
                  <a:srgbClr val="0000FF"/>
                </a:solidFill>
              </a:rPr>
              <a:t>제출물</a:t>
            </a:r>
            <a:r>
              <a:rPr lang="en-US" altLang="ko-KR" sz="7700" b="1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7700" dirty="0"/>
              <a:t>◇ 분량 </a:t>
            </a:r>
            <a:r>
              <a:rPr lang="en-US" altLang="ko-KR" sz="7700" dirty="0"/>
              <a:t>: 1</a:t>
            </a:r>
            <a:r>
              <a:rPr lang="ko-KR" altLang="en-US" sz="7700" dirty="0"/>
              <a:t>페이지 </a:t>
            </a:r>
            <a:r>
              <a:rPr lang="en-US" altLang="ko-KR" sz="7700" b="1" dirty="0">
                <a:solidFill>
                  <a:srgbClr val="FF0000"/>
                </a:solidFill>
              </a:rPr>
              <a:t>(90*140) </a:t>
            </a:r>
            <a:r>
              <a:rPr lang="en-US" altLang="ko-KR" sz="7700" dirty="0"/>
              <a:t>: </a:t>
            </a:r>
            <a:r>
              <a:rPr lang="ko-KR" altLang="en-US" sz="7700" dirty="0"/>
              <a:t>아래 참조</a:t>
            </a:r>
            <a:endParaRPr lang="en-US" altLang="ko-KR" sz="7700" dirty="0"/>
          </a:p>
          <a:p>
            <a:pPr>
              <a:lnSpc>
                <a:spcPct val="150000"/>
              </a:lnSpc>
            </a:pPr>
            <a:r>
              <a:rPr lang="ko-KR" altLang="en-US" sz="7700" dirty="0"/>
              <a:t>◇ 파일형식 </a:t>
            </a:r>
            <a:r>
              <a:rPr lang="en-US" altLang="ko-KR" sz="7700" dirty="0"/>
              <a:t>: PPT, PDF (2</a:t>
            </a:r>
            <a:r>
              <a:rPr lang="ko-KR" altLang="en-US" sz="7700" dirty="0"/>
              <a:t>개 모두 제출</a:t>
            </a:r>
            <a:r>
              <a:rPr lang="en-US" altLang="ko-KR" sz="77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7700" dirty="0"/>
              <a:t>◇ 파일명 </a:t>
            </a:r>
            <a:r>
              <a:rPr lang="en-US" altLang="ko-KR" sz="7700" dirty="0"/>
              <a:t>: [</a:t>
            </a:r>
            <a:r>
              <a:rPr lang="ko-KR" altLang="en-US" sz="7700" dirty="0" err="1"/>
              <a:t>학과명</a:t>
            </a:r>
            <a:r>
              <a:rPr lang="en-US" altLang="ko-KR" sz="7700" dirty="0"/>
              <a:t>] </a:t>
            </a:r>
            <a:r>
              <a:rPr lang="ko-KR" altLang="en-US" sz="7700" dirty="0" err="1"/>
              <a:t>팀명</a:t>
            </a:r>
            <a:r>
              <a:rPr lang="en-US" altLang="ko-KR" sz="7700" dirty="0"/>
              <a:t>_</a:t>
            </a:r>
            <a:r>
              <a:rPr lang="ko-KR" altLang="en-US" sz="7700" dirty="0"/>
              <a:t>프로젝트명 </a:t>
            </a:r>
            <a:r>
              <a:rPr lang="en-US" altLang="ko-KR" sz="7700" dirty="0"/>
              <a:t>(</a:t>
            </a:r>
            <a:r>
              <a:rPr lang="ko-KR" altLang="en-US" sz="7700" dirty="0"/>
              <a:t>핵심만</a:t>
            </a:r>
            <a:r>
              <a:rPr lang="en-US" altLang="ko-KR" sz="77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7700" dirty="0"/>
              <a:t>◇ 제출 마감일 </a:t>
            </a:r>
            <a:r>
              <a:rPr lang="en-US" altLang="ko-KR" sz="7700" dirty="0"/>
              <a:t>: 2025. 11.28(</a:t>
            </a:r>
            <a:r>
              <a:rPr lang="ko-KR" altLang="en-US" sz="7700" dirty="0"/>
              <a:t>금</a:t>
            </a:r>
            <a:r>
              <a:rPr lang="en-US" altLang="ko-KR" sz="7700" dirty="0"/>
              <a:t>) 12:00 </a:t>
            </a:r>
          </a:p>
          <a:p>
            <a:pPr>
              <a:lnSpc>
                <a:spcPct val="150000"/>
              </a:lnSpc>
            </a:pPr>
            <a:r>
              <a:rPr lang="ko-KR" altLang="en-US" sz="7700" dirty="0"/>
              <a:t>◇ </a:t>
            </a:r>
            <a:r>
              <a:rPr lang="ko-KR" altLang="en-US" sz="7700" dirty="0" err="1"/>
              <a:t>제출처</a:t>
            </a:r>
            <a:r>
              <a:rPr lang="ko-KR" altLang="en-US" sz="7700" dirty="0"/>
              <a:t> </a:t>
            </a:r>
            <a:r>
              <a:rPr lang="en-US" altLang="ko-KR" sz="7700" dirty="0"/>
              <a:t>: </a:t>
            </a:r>
            <a:r>
              <a:rPr lang="ko-KR" altLang="en-US" sz="7700" dirty="0"/>
              <a:t>학과별 운영진 </a:t>
            </a:r>
            <a:endParaRPr lang="en-US" altLang="ko-KR" sz="7700" dirty="0"/>
          </a:p>
          <a:p>
            <a:pPr>
              <a:lnSpc>
                <a:spcPct val="150000"/>
              </a:lnSpc>
            </a:pPr>
            <a:r>
              <a:rPr lang="en-US" altLang="ko-KR" sz="7700" dirty="0"/>
              <a:t>    (</a:t>
            </a:r>
            <a:r>
              <a:rPr lang="ko-KR" altLang="en-US" sz="7700" dirty="0"/>
              <a:t>운영진이 학과 전체 취합</a:t>
            </a:r>
            <a:r>
              <a:rPr lang="en-US" altLang="ko-KR" sz="7700" dirty="0"/>
              <a:t>, </a:t>
            </a:r>
            <a:r>
              <a:rPr lang="ko-KR" altLang="en-US" sz="7700" dirty="0"/>
              <a:t>소중사업단 홍희선 선생에 제출</a:t>
            </a:r>
            <a:r>
              <a:rPr lang="en-US" altLang="ko-KR" sz="7700" dirty="0"/>
              <a:t>) </a:t>
            </a:r>
            <a:r>
              <a:rPr lang="ko-KR" altLang="en-US" sz="7700" dirty="0"/>
              <a:t> </a:t>
            </a:r>
            <a:endParaRPr lang="en-US" altLang="ko-KR" sz="7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7BE182-52B5-460E-878D-12A7440F3BF4}"/>
              </a:ext>
            </a:extLst>
          </p:cNvPr>
          <p:cNvSpPr txBox="1"/>
          <p:nvPr/>
        </p:nvSpPr>
        <p:spPr>
          <a:xfrm>
            <a:off x="-729584" y="20142340"/>
            <a:ext cx="33855136" cy="8786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700" b="1" dirty="0">
                <a:solidFill>
                  <a:srgbClr val="0000FF"/>
                </a:solidFill>
              </a:rPr>
              <a:t>(</a:t>
            </a:r>
            <a:r>
              <a:rPr lang="ko-KR" altLang="en-US" sz="7700" b="1" dirty="0">
                <a:solidFill>
                  <a:srgbClr val="0000FF"/>
                </a:solidFill>
              </a:rPr>
              <a:t>유의사항</a:t>
            </a:r>
            <a:r>
              <a:rPr lang="en-US" altLang="ko-KR" sz="7700" b="1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7700" dirty="0"/>
              <a:t>◇ 포함내용 </a:t>
            </a:r>
            <a:r>
              <a:rPr lang="en-US" altLang="ko-KR" sz="7700" dirty="0"/>
              <a:t>(</a:t>
            </a:r>
            <a:r>
              <a:rPr lang="ko-KR" altLang="en-US" sz="7700" dirty="0"/>
              <a:t>자유롭게 작성하되</a:t>
            </a:r>
            <a:r>
              <a:rPr lang="en-US" altLang="ko-KR" sz="7700" dirty="0"/>
              <a:t>, 2</a:t>
            </a:r>
            <a:r>
              <a:rPr lang="ko-KR" altLang="en-US" sz="7700" dirty="0"/>
              <a:t>페이지  참조</a:t>
            </a:r>
            <a:r>
              <a:rPr lang="en-US" altLang="ko-KR" sz="77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7700" dirty="0"/>
              <a:t>    </a:t>
            </a:r>
            <a:r>
              <a:rPr lang="ko-KR" altLang="en-US" sz="7700" dirty="0"/>
              <a:t> </a:t>
            </a:r>
            <a:r>
              <a:rPr lang="en-US" altLang="ko-KR" sz="7700" dirty="0"/>
              <a:t>: </a:t>
            </a:r>
            <a:r>
              <a:rPr lang="ko-KR" altLang="en-US" sz="7700" dirty="0"/>
              <a:t>프로젝트 </a:t>
            </a:r>
            <a:r>
              <a:rPr lang="ko-KR" altLang="en-US" sz="7700" dirty="0" err="1"/>
              <a:t>한줄</a:t>
            </a:r>
            <a:r>
              <a:rPr lang="ko-KR" altLang="en-US" sz="7700" dirty="0"/>
              <a:t> 소개</a:t>
            </a:r>
            <a:r>
              <a:rPr lang="en-US" altLang="ko-KR" sz="7700" dirty="0"/>
              <a:t>, </a:t>
            </a:r>
            <a:r>
              <a:rPr lang="ko-KR" altLang="en-US" sz="7700" dirty="0"/>
              <a:t>작품개요</a:t>
            </a:r>
            <a:r>
              <a:rPr lang="en-US" altLang="ko-KR" sz="7700" dirty="0"/>
              <a:t>, </a:t>
            </a:r>
            <a:r>
              <a:rPr lang="ko-KR" altLang="en-US" sz="7700" dirty="0"/>
              <a:t>개발 세부내용</a:t>
            </a:r>
            <a:r>
              <a:rPr lang="en-US" altLang="ko-KR" sz="7700" dirty="0"/>
              <a:t>, </a:t>
            </a:r>
            <a:r>
              <a:rPr lang="ko-KR" altLang="en-US" sz="7700" dirty="0"/>
              <a:t>구현 결과</a:t>
            </a:r>
            <a:r>
              <a:rPr lang="en-US" altLang="ko-KR" sz="7700" dirty="0"/>
              <a:t>, </a:t>
            </a:r>
            <a:r>
              <a:rPr lang="ko-KR" altLang="en-US" sz="7700" dirty="0"/>
              <a:t>기대효과 등</a:t>
            </a:r>
            <a:endParaRPr lang="en-US" altLang="ko-KR" sz="7700" dirty="0"/>
          </a:p>
          <a:p>
            <a:pPr>
              <a:lnSpc>
                <a:spcPct val="150000"/>
              </a:lnSpc>
            </a:pPr>
            <a:r>
              <a:rPr lang="ko-KR" altLang="en-US" sz="7700" dirty="0"/>
              <a:t>◇ 텍스트 </a:t>
            </a:r>
            <a:r>
              <a:rPr lang="en-US" altLang="ko-KR" sz="7700" dirty="0"/>
              <a:t>or </a:t>
            </a:r>
            <a:r>
              <a:rPr lang="ko-KR" altLang="en-US" sz="7700" dirty="0"/>
              <a:t>이미지 등 사용 가능 </a:t>
            </a:r>
            <a:r>
              <a:rPr lang="en-US" altLang="ko-KR" sz="7700" dirty="0"/>
              <a:t>(</a:t>
            </a:r>
            <a:r>
              <a:rPr lang="ko-KR" altLang="en-US" sz="7700" dirty="0"/>
              <a:t>깨지지 않도록 유의</a:t>
            </a:r>
            <a:r>
              <a:rPr lang="en-US" altLang="ko-KR" sz="77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7700" dirty="0"/>
              <a:t>◇ 제출한 자료 원본 그대로 출력하여 부착 예정</a:t>
            </a:r>
            <a:r>
              <a:rPr lang="en-US" altLang="ko-KR" sz="7700" dirty="0"/>
              <a:t> </a:t>
            </a:r>
            <a:r>
              <a:rPr lang="ko-KR" altLang="en-US" sz="7700" dirty="0"/>
              <a:t> </a:t>
            </a:r>
            <a:endParaRPr lang="en-US" altLang="ko-KR" sz="77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A561402-5DC6-44AE-9772-81B02080A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132" y="29044678"/>
            <a:ext cx="18744225" cy="1954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30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64C8C-E319-1D1F-92CC-B9464E93D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E822EE-E2F1-5BC9-D6D4-1E3053F55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48831" y="-3216"/>
            <a:ext cx="39898803" cy="504031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A8562E-1B1E-9DE3-F693-7573AE5E5395}"/>
              </a:ext>
            </a:extLst>
          </p:cNvPr>
          <p:cNvSpPr txBox="1"/>
          <p:nvPr/>
        </p:nvSpPr>
        <p:spPr>
          <a:xfrm>
            <a:off x="-2157710" y="2473329"/>
            <a:ext cx="24726573" cy="260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332" dirty="0">
                <a:solidFill>
                  <a:srgbClr val="FF0000"/>
                </a:solidFill>
              </a:rPr>
              <a:t>Gradi</a:t>
            </a:r>
            <a:endParaRPr lang="ko-KR" altLang="en-US" sz="16332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1ECE11-D95B-AB2D-0755-3F82E94D9287}"/>
              </a:ext>
            </a:extLst>
          </p:cNvPr>
          <p:cNvSpPr txBox="1"/>
          <p:nvPr/>
        </p:nvSpPr>
        <p:spPr>
          <a:xfrm>
            <a:off x="-1698608" y="5725731"/>
            <a:ext cx="35798356" cy="1887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666" dirty="0">
                <a:solidFill>
                  <a:srgbClr val="FF0000"/>
                </a:solidFill>
              </a:rPr>
              <a:t>자동 채점 서비스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86FA45-FBCC-C5FC-57B8-52B6FCD2A8D1}"/>
              </a:ext>
            </a:extLst>
          </p:cNvPr>
          <p:cNvSpPr txBox="1"/>
          <p:nvPr/>
        </p:nvSpPr>
        <p:spPr>
          <a:xfrm>
            <a:off x="-2157710" y="7913575"/>
            <a:ext cx="36716560" cy="1887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666" dirty="0">
                <a:solidFill>
                  <a:srgbClr val="FF0000"/>
                </a:solidFill>
              </a:rPr>
              <a:t>Team Gradi</a:t>
            </a:r>
            <a:endParaRPr lang="ko-KR" altLang="en-US" sz="11666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5BBB48-0194-8AFF-40A3-96BB845D7126}"/>
              </a:ext>
            </a:extLst>
          </p:cNvPr>
          <p:cNvSpPr txBox="1"/>
          <p:nvPr/>
        </p:nvSpPr>
        <p:spPr>
          <a:xfrm>
            <a:off x="-754984" y="13944829"/>
            <a:ext cx="33855136" cy="15956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666" dirty="0">
                <a:solidFill>
                  <a:srgbClr val="0000FF"/>
                </a:solidFill>
              </a:rPr>
              <a:t>(</a:t>
            </a:r>
            <a:r>
              <a:rPr lang="ko-KR" altLang="en-US" sz="11666" dirty="0">
                <a:solidFill>
                  <a:srgbClr val="0000FF"/>
                </a:solidFill>
              </a:rPr>
              <a:t>필수</a:t>
            </a:r>
            <a:r>
              <a:rPr lang="en-US" altLang="ko-KR" sz="11666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1666" dirty="0">
                <a:solidFill>
                  <a:srgbClr val="0000FF"/>
                </a:solidFill>
              </a:rPr>
              <a:t>◇ 작품 개요 </a:t>
            </a:r>
            <a:r>
              <a:rPr lang="en-US" altLang="ko-KR" sz="11666" dirty="0">
                <a:solidFill>
                  <a:srgbClr val="0000FF"/>
                </a:solidFill>
              </a:rPr>
              <a:t>(</a:t>
            </a:r>
            <a:r>
              <a:rPr lang="ko-KR" altLang="en-US" sz="11666" dirty="0">
                <a:solidFill>
                  <a:srgbClr val="0000FF"/>
                </a:solidFill>
              </a:rPr>
              <a:t>개발 배경</a:t>
            </a:r>
            <a:r>
              <a:rPr lang="en-US" altLang="ko-KR" sz="11666" dirty="0">
                <a:solidFill>
                  <a:srgbClr val="0000FF"/>
                </a:solidFill>
              </a:rPr>
              <a:t>, </a:t>
            </a:r>
            <a:r>
              <a:rPr lang="ko-KR" altLang="en-US" sz="11666" dirty="0">
                <a:solidFill>
                  <a:srgbClr val="0000FF"/>
                </a:solidFill>
              </a:rPr>
              <a:t>목표 시스템</a:t>
            </a:r>
            <a:r>
              <a:rPr lang="en-US" altLang="ko-KR" sz="11666" dirty="0">
                <a:solidFill>
                  <a:srgbClr val="0000FF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1666" dirty="0">
                <a:solidFill>
                  <a:srgbClr val="0000FF"/>
                </a:solidFill>
              </a:rPr>
              <a:t>◇ 작품 구성 및 상세 내용</a:t>
            </a:r>
            <a:endParaRPr lang="en-US" altLang="ko-KR" sz="11666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1666" dirty="0">
                <a:solidFill>
                  <a:srgbClr val="0000FF"/>
                </a:solidFill>
              </a:rPr>
              <a:t>◇ 개발 세부 내용</a:t>
            </a:r>
            <a:endParaRPr lang="en-US" altLang="ko-KR" sz="11666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1666" dirty="0">
                <a:solidFill>
                  <a:srgbClr val="0000FF"/>
                </a:solidFill>
              </a:rPr>
              <a:t>◇ 구현 결과</a:t>
            </a:r>
            <a:endParaRPr lang="en-US" altLang="ko-KR" sz="11666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1666" dirty="0">
                <a:solidFill>
                  <a:srgbClr val="0000FF"/>
                </a:solidFill>
              </a:rPr>
              <a:t>◇ 기대효과 및 활용 가능성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83D523-2FB0-CC76-4D16-A71E6FE2A21B}"/>
              </a:ext>
            </a:extLst>
          </p:cNvPr>
          <p:cNvSpPr txBox="1"/>
          <p:nvPr/>
        </p:nvSpPr>
        <p:spPr>
          <a:xfrm>
            <a:off x="-145394" y="33231623"/>
            <a:ext cx="26036970" cy="7878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666" dirty="0">
                <a:solidFill>
                  <a:srgbClr val="0000FF"/>
                </a:solidFill>
              </a:rPr>
              <a:t>(</a:t>
            </a:r>
            <a:r>
              <a:rPr lang="ko-KR" altLang="en-US" sz="11666" dirty="0">
                <a:solidFill>
                  <a:srgbClr val="0000FF"/>
                </a:solidFill>
              </a:rPr>
              <a:t>선택</a:t>
            </a:r>
            <a:r>
              <a:rPr lang="en-US" altLang="ko-KR" sz="11666" dirty="0">
                <a:solidFill>
                  <a:srgbClr val="0000FF"/>
                </a:solidFill>
              </a:rPr>
              <a:t>) </a:t>
            </a:r>
            <a:endParaRPr lang="ko-KR" altLang="en-US" sz="11666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1666" dirty="0">
                <a:solidFill>
                  <a:srgbClr val="0000FF"/>
                </a:solidFill>
              </a:rPr>
              <a:t>◇ 프로젝트 사진</a:t>
            </a:r>
            <a:endParaRPr lang="en-US" altLang="ko-KR" sz="11666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1666" dirty="0">
                <a:solidFill>
                  <a:srgbClr val="0000FF"/>
                </a:solidFill>
              </a:rPr>
              <a:t>◇ 팀 소개</a:t>
            </a:r>
            <a:r>
              <a:rPr lang="en-US" altLang="ko-KR" sz="11666" dirty="0">
                <a:solidFill>
                  <a:srgbClr val="0000FF"/>
                </a:solidFill>
              </a:rPr>
              <a:t>, </a:t>
            </a:r>
            <a:r>
              <a:rPr lang="ko-KR" altLang="en-US" sz="11666" dirty="0">
                <a:solidFill>
                  <a:srgbClr val="0000FF"/>
                </a:solidFill>
              </a:rPr>
              <a:t>팀 사진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6496D5-3370-AC24-D23A-A356DD287E7A}"/>
              </a:ext>
            </a:extLst>
          </p:cNvPr>
          <p:cNvSpPr txBox="1"/>
          <p:nvPr/>
        </p:nvSpPr>
        <p:spPr>
          <a:xfrm>
            <a:off x="-1698608" y="10176673"/>
            <a:ext cx="35798356" cy="1887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666" dirty="0">
                <a:solidFill>
                  <a:srgbClr val="FF0000"/>
                </a:solidFill>
              </a:rPr>
              <a:t>정다훈</a:t>
            </a:r>
            <a:r>
              <a:rPr lang="en-US" altLang="ko-KR" sz="11666" dirty="0">
                <a:solidFill>
                  <a:srgbClr val="FF0000"/>
                </a:solidFill>
              </a:rPr>
              <a:t>(</a:t>
            </a:r>
            <a:r>
              <a:rPr lang="ko-KR" altLang="en-US" sz="11666" dirty="0">
                <a:solidFill>
                  <a:srgbClr val="FF0000"/>
                </a:solidFill>
              </a:rPr>
              <a:t>팀장</a:t>
            </a:r>
            <a:r>
              <a:rPr lang="en-US" altLang="ko-KR" sz="11666" dirty="0">
                <a:solidFill>
                  <a:srgbClr val="FF0000"/>
                </a:solidFill>
              </a:rPr>
              <a:t>)</a:t>
            </a:r>
            <a:r>
              <a:rPr lang="ko-KR" altLang="en-US" sz="11666" dirty="0">
                <a:solidFill>
                  <a:srgbClr val="FF0000"/>
                </a:solidFill>
              </a:rPr>
              <a:t> 민유진 정성원 </a:t>
            </a:r>
            <a:r>
              <a:rPr lang="ko-KR" altLang="en-US" sz="11666" dirty="0" err="1">
                <a:solidFill>
                  <a:srgbClr val="FF0000"/>
                </a:solidFill>
              </a:rPr>
              <a:t>최예림</a:t>
            </a:r>
            <a:endParaRPr lang="ko-KR" altLang="en-US" sz="11666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31FB6-4985-0C31-4BD0-0E6218495A2C}"/>
              </a:ext>
            </a:extLst>
          </p:cNvPr>
          <p:cNvSpPr txBox="1"/>
          <p:nvPr/>
        </p:nvSpPr>
        <p:spPr>
          <a:xfrm>
            <a:off x="22981261" y="3003651"/>
            <a:ext cx="11118487" cy="1887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666" dirty="0">
                <a:solidFill>
                  <a:srgbClr val="FF0000"/>
                </a:solidFill>
              </a:rPr>
              <a:t>소프트웨어학과</a:t>
            </a:r>
          </a:p>
        </p:txBody>
      </p:sp>
    </p:spTree>
    <p:extLst>
      <p:ext uri="{BB962C8B-B14F-4D97-AF65-F5344CB8AC3E}">
        <p14:creationId xmlns:p14="http://schemas.microsoft.com/office/powerpoint/2010/main" val="3537111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7BDEC-4688-A0CC-DAB8-E3378055C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77B31-62C5-744A-0A2E-C8768F1E7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47587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558</TotalTime>
  <Words>184</Words>
  <Application>Microsoft Macintosh PowerPoint</Application>
  <PresentationFormat>Custom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페이퍼로지 7 Bold</vt:lpstr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정다훈</cp:lastModifiedBy>
  <cp:revision>21</cp:revision>
  <cp:lastPrinted>2025-11-11T06:30:35Z</cp:lastPrinted>
  <dcterms:created xsi:type="dcterms:W3CDTF">2025-09-16T03:07:22Z</dcterms:created>
  <dcterms:modified xsi:type="dcterms:W3CDTF">2025-11-17T08:46:44Z</dcterms:modified>
</cp:coreProperties>
</file>